
<file path=[Content_Types].xml><?xml version="1.0" encoding="utf-8"?>
<Types xmlns="http://schemas.openxmlformats.org/package/2006/content-types">
  <Default Extension="jpeg" ContentType="image/jpeg"/>
  <Default Extension="mk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34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  <p:sldId id="285" r:id="rId15"/>
    <p:sldId id="269" r:id="rId16"/>
    <p:sldId id="280" r:id="rId17"/>
    <p:sldId id="270" r:id="rId18"/>
    <p:sldId id="271" r:id="rId19"/>
    <p:sldId id="272" r:id="rId20"/>
    <p:sldId id="273" r:id="rId21"/>
    <p:sldId id="286" r:id="rId22"/>
    <p:sldId id="274" r:id="rId23"/>
    <p:sldId id="289" r:id="rId24"/>
    <p:sldId id="275" r:id="rId25"/>
    <p:sldId id="276" r:id="rId26"/>
    <p:sldId id="277" r:id="rId27"/>
    <p:sldId id="287" r:id="rId28"/>
    <p:sldId id="278" r:id="rId29"/>
    <p:sldId id="279" r:id="rId30"/>
    <p:sldId id="282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C3BDB-99A7-483D-AC48-7731E7A0B0CF}" v="1434" dt="2026-06-24T12:38:04.073"/>
    <p1510:client id="{EED6D19E-2282-4CEA-9FC8-58D598332E81}" v="185" dt="2026-06-25T07:03:02.71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Stanimirovic" userId="S::s.steff@elfak.rs::8e5fd681-8c51-422f-b483-aad843794d5d" providerId="AD" clId="Web-{1D9C3BDB-99A7-483D-AC48-7731E7A0B0CF}"/>
    <pc:docChg chg="addSld delSld modSld sldOrd">
      <pc:chgData name="Stefan Stanimirovic" userId="S::s.steff@elfak.rs::8e5fd681-8c51-422f-b483-aad843794d5d" providerId="AD" clId="Web-{1D9C3BDB-99A7-483D-AC48-7731E7A0B0CF}" dt="2026-06-24T12:38:04.073" v="1233" actId="20577"/>
      <pc:docMkLst>
        <pc:docMk/>
      </pc:docMkLst>
      <pc:sldChg chg="addSp delSp modSp">
        <pc:chgData name="Stefan Stanimirovic" userId="S::s.steff@elfak.rs::8e5fd681-8c51-422f-b483-aad843794d5d" providerId="AD" clId="Web-{1D9C3BDB-99A7-483D-AC48-7731E7A0B0CF}" dt="2026-06-24T10:58:33.042" v="12" actId="1076"/>
        <pc:sldMkLst>
          <pc:docMk/>
          <pc:sldMk cId="2078145642" sldId="256"/>
        </pc:sldMkLst>
        <pc:spChg chg="mod">
          <ac:chgData name="Stefan Stanimirovic" userId="S::s.steff@elfak.rs::8e5fd681-8c51-422f-b483-aad843794d5d" providerId="AD" clId="Web-{1D9C3BDB-99A7-483D-AC48-7731E7A0B0CF}" dt="2026-06-24T10:57:55.416" v="6" actId="14100"/>
          <ac:spMkLst>
            <pc:docMk/>
            <pc:sldMk cId="2078145642" sldId="256"/>
            <ac:spMk id="2" creationId="{56BA3CE6-2754-4214-BF25-F04CC3A2AF33}"/>
          </ac:spMkLst>
        </pc:spChg>
        <pc:picChg chg="add mod">
          <ac:chgData name="Stefan Stanimirovic" userId="S::s.steff@elfak.rs::8e5fd681-8c51-422f-b483-aad843794d5d" providerId="AD" clId="Web-{1D9C3BDB-99A7-483D-AC48-7731E7A0B0CF}" dt="2026-06-24T10:58:33.042" v="12" actId="1076"/>
          <ac:picMkLst>
            <pc:docMk/>
            <pc:sldMk cId="2078145642" sldId="256"/>
            <ac:picMk id="4" creationId="{C1BC1525-3C97-24A9-DD39-691240604502}"/>
          </ac:picMkLst>
        </pc:picChg>
        <pc:picChg chg="del">
          <ac:chgData name="Stefan Stanimirovic" userId="S::s.steff@elfak.rs::8e5fd681-8c51-422f-b483-aad843794d5d" providerId="AD" clId="Web-{1D9C3BDB-99A7-483D-AC48-7731E7A0B0CF}" dt="2026-06-24T10:58:23.448" v="8"/>
          <ac:picMkLst>
            <pc:docMk/>
            <pc:sldMk cId="2078145642" sldId="256"/>
            <ac:picMk id="1028" creationId="{C4309AB7-D361-4F06-9F67-B812FC66E87C}"/>
          </ac:picMkLst>
        </pc:picChg>
      </pc:sldChg>
      <pc:sldChg chg="addSp delSp modSp mod setBg">
        <pc:chgData name="Stefan Stanimirovic" userId="S::s.steff@elfak.rs::8e5fd681-8c51-422f-b483-aad843794d5d" providerId="AD" clId="Web-{1D9C3BDB-99A7-483D-AC48-7731E7A0B0CF}" dt="2026-06-24T11:05:50.793" v="150" actId="20577"/>
        <pc:sldMkLst>
          <pc:docMk/>
          <pc:sldMk cId="1186134850" sldId="257"/>
        </pc:sldMkLst>
        <pc:spChg chg="mod">
          <ac:chgData name="Stefan Stanimirovic" userId="S::s.steff@elfak.rs::8e5fd681-8c51-422f-b483-aad843794d5d" providerId="AD" clId="Web-{1D9C3BDB-99A7-483D-AC48-7731E7A0B0CF}" dt="2026-06-24T11:05:50.793" v="150" actId="20577"/>
          <ac:spMkLst>
            <pc:docMk/>
            <pc:sldMk cId="1186134850" sldId="257"/>
            <ac:spMk id="2" creationId="{F1488698-0410-46D9-85FB-09AB606C0569}"/>
          </ac:spMkLst>
        </pc:spChg>
        <pc:spChg chg="mod">
          <ac:chgData name="Stefan Stanimirovic" userId="S::s.steff@elfak.rs::8e5fd681-8c51-422f-b483-aad843794d5d" providerId="AD" clId="Web-{1D9C3BDB-99A7-483D-AC48-7731E7A0B0CF}" dt="2026-06-24T11:05:07.979" v="122" actId="20577"/>
          <ac:spMkLst>
            <pc:docMk/>
            <pc:sldMk cId="1186134850" sldId="257"/>
            <ac:spMk id="5" creationId="{5C0DDBA4-9BAF-432C-9287-60FE58026977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0:58:49.918" v="15"/>
          <ac:spMkLst>
            <pc:docMk/>
            <pc:sldMk cId="1186134850" sldId="257"/>
            <ac:spMk id="17" creationId="{C23F7EEA-0035-4B3C-B97D-3E1D06DE0F58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0:58:49.918" v="15"/>
          <ac:spMkLst>
            <pc:docMk/>
            <pc:sldMk cId="1186134850" sldId="257"/>
            <ac:spMk id="19" creationId="{5319350C-C661-4910-8BF2-999C93F27AE6}"/>
          </ac:spMkLst>
        </pc:spChg>
        <pc:grpChg chg="add del">
          <ac:chgData name="Stefan Stanimirovic" userId="S::s.steff@elfak.rs::8e5fd681-8c51-422f-b483-aad843794d5d" providerId="AD" clId="Web-{1D9C3BDB-99A7-483D-AC48-7731E7A0B0CF}" dt="2026-06-24T10:58:49.918" v="15"/>
          <ac:grpSpMkLst>
            <pc:docMk/>
            <pc:sldMk cId="1186134850" sldId="257"/>
            <ac:grpSpMk id="13" creationId="{EBBA8BB1-5CDD-4F65-8C04-42A29A450D6D}"/>
          </ac:grpSpMkLst>
        </pc:grpChg>
        <pc:picChg chg="add mod">
          <ac:chgData name="Stefan Stanimirovic" userId="S::s.steff@elfak.rs::8e5fd681-8c51-422f-b483-aad843794d5d" providerId="AD" clId="Web-{1D9C3BDB-99A7-483D-AC48-7731E7A0B0CF}" dt="2026-06-24T10:59:38.592" v="33" actId="1076"/>
          <ac:picMkLst>
            <pc:docMk/>
            <pc:sldMk cId="1186134850" sldId="257"/>
            <ac:picMk id="4" creationId="{7D0849F6-D82B-8C27-6698-91A0262C0648}"/>
          </ac:picMkLst>
        </pc:picChg>
        <pc:picChg chg="add del mod ord">
          <ac:chgData name="Stefan Stanimirovic" userId="S::s.steff@elfak.rs::8e5fd681-8c51-422f-b483-aad843794d5d" providerId="AD" clId="Web-{1D9C3BDB-99A7-483D-AC48-7731E7A0B0CF}" dt="2026-06-24T10:59:28.060" v="30"/>
          <ac:picMkLst>
            <pc:docMk/>
            <pc:sldMk cId="1186134850" sldId="257"/>
            <ac:picMk id="8" creationId="{E1EE6627-2F3A-4CED-BB43-9272B6566656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0:58:49.918" v="15"/>
          <ac:picMkLst>
            <pc:docMk/>
            <pc:sldMk cId="1186134850" sldId="257"/>
            <ac:picMk id="21" creationId="{5BBBB5D7-C4EA-4FF6-9BA3-23C2A720E3DF}"/>
          </ac:picMkLst>
        </pc:picChg>
      </pc:sldChg>
      <pc:sldChg chg="addSp delSp modSp">
        <pc:chgData name="Stefan Stanimirovic" userId="S::s.steff@elfak.rs::8e5fd681-8c51-422f-b483-aad843794d5d" providerId="AD" clId="Web-{1D9C3BDB-99A7-483D-AC48-7731E7A0B0CF}" dt="2026-06-24T11:08:11.876" v="192" actId="20577"/>
        <pc:sldMkLst>
          <pc:docMk/>
          <pc:sldMk cId="1675716707" sldId="258"/>
        </pc:sldMkLst>
        <pc:spChg chg="mod">
          <ac:chgData name="Stefan Stanimirovic" userId="S::s.steff@elfak.rs::8e5fd681-8c51-422f-b483-aad843794d5d" providerId="AD" clId="Web-{1D9C3BDB-99A7-483D-AC48-7731E7A0B0CF}" dt="2026-06-24T11:05:40.089" v="136" actId="20577"/>
          <ac:spMkLst>
            <pc:docMk/>
            <pc:sldMk cId="1675716707" sldId="258"/>
            <ac:spMk id="2" creationId="{F1488698-0410-46D9-85FB-09AB606C0569}"/>
          </ac:spMkLst>
        </pc:spChg>
        <pc:spChg chg="mod">
          <ac:chgData name="Stefan Stanimirovic" userId="S::s.steff@elfak.rs::8e5fd681-8c51-422f-b483-aad843794d5d" providerId="AD" clId="Web-{1D9C3BDB-99A7-483D-AC48-7731E7A0B0CF}" dt="2026-06-24T11:08:11.876" v="192" actId="20577"/>
          <ac:spMkLst>
            <pc:docMk/>
            <pc:sldMk cId="1675716707" sldId="258"/>
            <ac:spMk id="5" creationId="{5C0DDBA4-9BAF-432C-9287-60FE58026977}"/>
          </ac:spMkLst>
        </pc:spChg>
        <pc:picChg chg="add">
          <ac:chgData name="Stefan Stanimirovic" userId="S::s.steff@elfak.rs::8e5fd681-8c51-422f-b483-aad843794d5d" providerId="AD" clId="Web-{1D9C3BDB-99A7-483D-AC48-7731E7A0B0CF}" dt="2026-06-24T10:59:43.279" v="35"/>
          <ac:picMkLst>
            <pc:docMk/>
            <pc:sldMk cId="1675716707" sldId="258"/>
            <ac:picMk id="4" creationId="{242E871C-8EE0-78E2-F9FA-1F3C6162242F}"/>
          </ac:picMkLst>
        </pc:picChg>
        <pc:picChg chg="del">
          <ac:chgData name="Stefan Stanimirovic" userId="S::s.steff@elfak.rs::8e5fd681-8c51-422f-b483-aad843794d5d" providerId="AD" clId="Web-{1D9C3BDB-99A7-483D-AC48-7731E7A0B0CF}" dt="2026-06-24T10:59:42.014" v="34"/>
          <ac:picMkLst>
            <pc:docMk/>
            <pc:sldMk cId="1675716707" sldId="258"/>
            <ac:picMk id="7" creationId="{64EBAD80-612B-49B3-9F78-9946BA9D85A2}"/>
          </ac:picMkLst>
        </pc:picChg>
      </pc:sldChg>
      <pc:sldChg chg="addSp delSp modSp">
        <pc:chgData name="Stefan Stanimirovic" userId="S::s.steff@elfak.rs::8e5fd681-8c51-422f-b483-aad843794d5d" providerId="AD" clId="Web-{1D9C3BDB-99A7-483D-AC48-7731E7A0B0CF}" dt="2026-06-24T11:15:06.079" v="287" actId="1076"/>
        <pc:sldMkLst>
          <pc:docMk/>
          <pc:sldMk cId="2111366641" sldId="259"/>
        </pc:sldMkLst>
        <pc:spChg chg="mod">
          <ac:chgData name="Stefan Stanimirovic" userId="S::s.steff@elfak.rs::8e5fd681-8c51-422f-b483-aad843794d5d" providerId="AD" clId="Web-{1D9C3BDB-99A7-483D-AC48-7731E7A0B0CF}" dt="2026-06-24T11:09:09.597" v="203" actId="20577"/>
          <ac:spMkLst>
            <pc:docMk/>
            <pc:sldMk cId="2111366641" sldId="259"/>
            <ac:spMk id="2" creationId="{F1488698-0410-46D9-85FB-09AB606C0569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1:10:51.023" v="218"/>
          <ac:spMkLst>
            <pc:docMk/>
            <pc:sldMk cId="2111366641" sldId="259"/>
            <ac:spMk id="5" creationId="{5C0DDBA4-9BAF-432C-9287-60FE58026977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1:11:03.570" v="221"/>
          <ac:spMkLst>
            <pc:docMk/>
            <pc:sldMk cId="2111366641" sldId="259"/>
            <ac:spMk id="9" creationId="{979F075F-A39D-9C07-F5D9-869545F9A52E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11:00.898" v="220"/>
          <ac:spMkLst>
            <pc:docMk/>
            <pc:sldMk cId="2111366641" sldId="259"/>
            <ac:spMk id="11" creationId="{D4B4E8D8-70B5-9A9C-8BD9-276659C0F456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1:15:06.079" v="287" actId="1076"/>
          <ac:spMkLst>
            <pc:docMk/>
            <pc:sldMk cId="2111366641" sldId="259"/>
            <ac:spMk id="13" creationId="{947F3F32-7B82-AF7C-3A3F-5F39A993AE60}"/>
          </ac:spMkLst>
        </pc:spChg>
        <pc:picChg chg="add">
          <ac:chgData name="Stefan Stanimirovic" userId="S::s.steff@elfak.rs::8e5fd681-8c51-422f-b483-aad843794d5d" providerId="AD" clId="Web-{1D9C3BDB-99A7-483D-AC48-7731E7A0B0CF}" dt="2026-06-24T10:59:58.077" v="37"/>
          <ac:picMkLst>
            <pc:docMk/>
            <pc:sldMk cId="2111366641" sldId="259"/>
            <ac:picMk id="4" creationId="{D14D4166-6F7B-4211-25DB-10D37DD08B94}"/>
          </ac:picMkLst>
        </pc:picChg>
        <pc:picChg chg="add del mod ord">
          <ac:chgData name="Stefan Stanimirovic" userId="S::s.steff@elfak.rs::8e5fd681-8c51-422f-b483-aad843794d5d" providerId="AD" clId="Web-{1D9C3BDB-99A7-483D-AC48-7731E7A0B0CF}" dt="2026-06-24T11:08:56.862" v="197"/>
          <ac:picMkLst>
            <pc:docMk/>
            <pc:sldMk cId="2111366641" sldId="259"/>
            <ac:picMk id="6" creationId="{CB75C70F-18E3-8B14-D873-C8F002342874}"/>
          </ac:picMkLst>
        </pc:picChg>
        <pc:picChg chg="del">
          <ac:chgData name="Stefan Stanimirovic" userId="S::s.steff@elfak.rs::8e5fd681-8c51-422f-b483-aad843794d5d" providerId="AD" clId="Web-{1D9C3BDB-99A7-483D-AC48-7731E7A0B0CF}" dt="2026-06-24T10:59:53.639" v="36"/>
          <ac:picMkLst>
            <pc:docMk/>
            <pc:sldMk cId="2111366641" sldId="259"/>
            <ac:picMk id="7" creationId="{64EBAD80-612B-49B3-9F78-9946BA9D85A2}"/>
          </ac:picMkLst>
        </pc:picChg>
      </pc:sldChg>
      <pc:sldChg chg="addSp delSp modSp new">
        <pc:chgData name="Stefan Stanimirovic" userId="S::s.steff@elfak.rs::8e5fd681-8c51-422f-b483-aad843794d5d" providerId="AD" clId="Web-{1D9C3BDB-99A7-483D-AC48-7731E7A0B0CF}" dt="2026-06-24T11:11:12.242" v="223"/>
        <pc:sldMkLst>
          <pc:docMk/>
          <pc:sldMk cId="745731856" sldId="260"/>
        </pc:sldMkLst>
        <pc:spChg chg="mod">
          <ac:chgData name="Stefan Stanimirovic" userId="S::s.steff@elfak.rs::8e5fd681-8c51-422f-b483-aad843794d5d" providerId="AD" clId="Web-{1D9C3BDB-99A7-483D-AC48-7731E7A0B0CF}" dt="2026-06-24T11:01:09.095" v="71" actId="20577"/>
          <ac:spMkLst>
            <pc:docMk/>
            <pc:sldMk cId="745731856" sldId="260"/>
            <ac:spMk id="2" creationId="{96F03469-04FA-52F9-8182-91EB3D50E1A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01:23.439" v="74"/>
          <ac:spMkLst>
            <pc:docMk/>
            <pc:sldMk cId="745731856" sldId="260"/>
            <ac:spMk id="3" creationId="{229FB678-ABCF-3E5C-17EC-228867E5663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01:17.673" v="73"/>
          <ac:spMkLst>
            <pc:docMk/>
            <pc:sldMk cId="745731856" sldId="260"/>
            <ac:spMk id="6" creationId="{D39B9538-201A-0076-EBB7-B454CBE90A8B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1:11:12.242" v="223"/>
          <ac:spMkLst>
            <pc:docMk/>
            <pc:sldMk cId="745731856" sldId="260"/>
            <ac:spMk id="8" creationId="{CADE1CA6-ED53-F596-7319-ECCF34260FC7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1:11:12.242" v="223"/>
          <ac:spMkLst>
            <pc:docMk/>
            <pc:sldMk cId="745731856" sldId="260"/>
            <ac:spMk id="10" creationId="{95BFE946-FDA2-165B-2222-D524EF702794}"/>
          </ac:spMkLst>
        </pc:spChg>
        <pc:picChg chg="add del mod ord">
          <ac:chgData name="Stefan Stanimirovic" userId="S::s.steff@elfak.rs::8e5fd681-8c51-422f-b483-aad843794d5d" providerId="AD" clId="Web-{1D9C3BDB-99A7-483D-AC48-7731E7A0B0CF}" dt="2026-06-24T11:00:58.719" v="69"/>
          <ac:picMkLst>
            <pc:docMk/>
            <pc:sldMk cId="745731856" sldId="260"/>
            <ac:picMk id="4" creationId="{6DF9B0B9-DE03-C15E-B5A8-913B5216E3B5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12.765" v="54"/>
        <pc:sldMkLst>
          <pc:docMk/>
          <pc:sldMk cId="1943070767" sldId="260"/>
        </pc:sldMkLst>
      </pc:sldChg>
      <pc:sldChg chg="del">
        <pc:chgData name="Stefan Stanimirovic" userId="S::s.steff@elfak.rs::8e5fd681-8c51-422f-b483-aad843794d5d" providerId="AD" clId="Web-{1D9C3BDB-99A7-483D-AC48-7731E7A0B0CF}" dt="2026-06-24T11:00:12.983" v="55"/>
        <pc:sldMkLst>
          <pc:docMk/>
          <pc:sldMk cId="276989792" sldId="261"/>
        </pc:sldMkLst>
      </pc:sldChg>
      <pc:sldChg chg="modSp new">
        <pc:chgData name="Stefan Stanimirovic" userId="S::s.steff@elfak.rs::8e5fd681-8c51-422f-b483-aad843794d5d" providerId="AD" clId="Web-{1D9C3BDB-99A7-483D-AC48-7731E7A0B0CF}" dt="2026-06-24T11:21:48.703" v="337" actId="20577"/>
        <pc:sldMkLst>
          <pc:docMk/>
          <pc:sldMk cId="2423940195" sldId="261"/>
        </pc:sldMkLst>
        <pc:spChg chg="mod">
          <ac:chgData name="Stefan Stanimirovic" userId="S::s.steff@elfak.rs::8e5fd681-8c51-422f-b483-aad843794d5d" providerId="AD" clId="Web-{1D9C3BDB-99A7-483D-AC48-7731E7A0B0CF}" dt="2026-06-24T11:15:38.158" v="291" actId="20577"/>
          <ac:spMkLst>
            <pc:docMk/>
            <pc:sldMk cId="2423940195" sldId="261"/>
            <ac:spMk id="2" creationId="{45A041D6-BE22-ACB7-55E9-429B2E5A0883}"/>
          </ac:spMkLst>
        </pc:spChg>
        <pc:spChg chg="mod">
          <ac:chgData name="Stefan Stanimirovic" userId="S::s.steff@elfak.rs::8e5fd681-8c51-422f-b483-aad843794d5d" providerId="AD" clId="Web-{1D9C3BDB-99A7-483D-AC48-7731E7A0B0CF}" dt="2026-06-24T11:21:48.703" v="337" actId="20577"/>
          <ac:spMkLst>
            <pc:docMk/>
            <pc:sldMk cId="2423940195" sldId="261"/>
            <ac:spMk id="3" creationId="{90FA1605-603F-F9E1-CB5A-D07ABED36591}"/>
          </ac:spMkLst>
        </pc:spChg>
      </pc:sldChg>
      <pc:sldChg chg="del">
        <pc:chgData name="Stefan Stanimirovic" userId="S::s.steff@elfak.rs::8e5fd681-8c51-422f-b483-aad843794d5d" providerId="AD" clId="Web-{1D9C3BDB-99A7-483D-AC48-7731E7A0B0CF}" dt="2026-06-24T11:00:04.311" v="38"/>
        <pc:sldMkLst>
          <pc:docMk/>
          <pc:sldMk cId="2672278722" sldId="262"/>
        </pc:sldMkLst>
      </pc:sldChg>
      <pc:sldChg chg="modSp add replId">
        <pc:chgData name="Stefan Stanimirovic" userId="S::s.steff@elfak.rs::8e5fd681-8c51-422f-b483-aad843794d5d" providerId="AD" clId="Web-{1D9C3BDB-99A7-483D-AC48-7731E7A0B0CF}" dt="2026-06-24T11:30:37.847" v="496" actId="20577"/>
        <pc:sldMkLst>
          <pc:docMk/>
          <pc:sldMk cId="2850289538" sldId="262"/>
        </pc:sldMkLst>
        <pc:spChg chg="mod">
          <ac:chgData name="Stefan Stanimirovic" userId="S::s.steff@elfak.rs::8e5fd681-8c51-422f-b483-aad843794d5d" providerId="AD" clId="Web-{1D9C3BDB-99A7-483D-AC48-7731E7A0B0CF}" dt="2026-06-24T11:21:57.140" v="341" actId="20577"/>
          <ac:spMkLst>
            <pc:docMk/>
            <pc:sldMk cId="2850289538" sldId="262"/>
            <ac:spMk id="2" creationId="{42FC7EA6-7375-5FD3-3048-86B3D576A174}"/>
          </ac:spMkLst>
        </pc:spChg>
        <pc:spChg chg="mod">
          <ac:chgData name="Stefan Stanimirovic" userId="S::s.steff@elfak.rs::8e5fd681-8c51-422f-b483-aad843794d5d" providerId="AD" clId="Web-{1D9C3BDB-99A7-483D-AC48-7731E7A0B0CF}" dt="2026-06-24T11:30:37.847" v="496" actId="20577"/>
          <ac:spMkLst>
            <pc:docMk/>
            <pc:sldMk cId="2850289538" sldId="262"/>
            <ac:spMk id="3" creationId="{D86A807D-2BDF-F693-7A57-10D7B8F42B2F}"/>
          </ac:spMkLst>
        </pc:spChg>
      </pc:sldChg>
      <pc:sldChg chg="del">
        <pc:chgData name="Stefan Stanimirovic" userId="S::s.steff@elfak.rs::8e5fd681-8c51-422f-b483-aad843794d5d" providerId="AD" clId="Web-{1D9C3BDB-99A7-483D-AC48-7731E7A0B0CF}" dt="2026-06-24T11:00:04.921" v="39"/>
        <pc:sldMkLst>
          <pc:docMk/>
          <pc:sldMk cId="2643827313" sldId="263"/>
        </pc:sldMkLst>
      </pc:sldChg>
      <pc:sldChg chg="modSp add replId">
        <pc:chgData name="Stefan Stanimirovic" userId="S::s.steff@elfak.rs::8e5fd681-8c51-422f-b483-aad843794d5d" providerId="AD" clId="Web-{1D9C3BDB-99A7-483D-AC48-7731E7A0B0CF}" dt="2026-06-24T11:30:30.300" v="492" actId="20577"/>
        <pc:sldMkLst>
          <pc:docMk/>
          <pc:sldMk cId="2750145806" sldId="263"/>
        </pc:sldMkLst>
        <pc:spChg chg="mod">
          <ac:chgData name="Stefan Stanimirovic" userId="S::s.steff@elfak.rs::8e5fd681-8c51-422f-b483-aad843794d5d" providerId="AD" clId="Web-{1D9C3BDB-99A7-483D-AC48-7731E7A0B0CF}" dt="2026-06-24T11:30:30.300" v="492" actId="20577"/>
          <ac:spMkLst>
            <pc:docMk/>
            <pc:sldMk cId="2750145806" sldId="263"/>
            <ac:spMk id="3" creationId="{D938B6C6-3FD9-EE7C-7E57-9C51585EAB30}"/>
          </ac:spMkLst>
        </pc:spChg>
      </pc:sldChg>
      <pc:sldChg chg="del">
        <pc:chgData name="Stefan Stanimirovic" userId="S::s.steff@elfak.rs::8e5fd681-8c51-422f-b483-aad843794d5d" providerId="AD" clId="Web-{1D9C3BDB-99A7-483D-AC48-7731E7A0B0CF}" dt="2026-06-24T11:00:05.421" v="40"/>
        <pc:sldMkLst>
          <pc:docMk/>
          <pc:sldMk cId="2447147347" sldId="264"/>
        </pc:sldMkLst>
      </pc:sldChg>
      <pc:sldChg chg="modSp add replId">
        <pc:chgData name="Stefan Stanimirovic" userId="S::s.steff@elfak.rs::8e5fd681-8c51-422f-b483-aad843794d5d" providerId="AD" clId="Web-{1D9C3BDB-99A7-483D-AC48-7731E7A0B0CF}" dt="2026-06-24T11:30:46.457" v="501" actId="20577"/>
        <pc:sldMkLst>
          <pc:docMk/>
          <pc:sldMk cId="3388037112" sldId="264"/>
        </pc:sldMkLst>
        <pc:spChg chg="mod">
          <ac:chgData name="Stefan Stanimirovic" userId="S::s.steff@elfak.rs::8e5fd681-8c51-422f-b483-aad843794d5d" providerId="AD" clId="Web-{1D9C3BDB-99A7-483D-AC48-7731E7A0B0CF}" dt="2026-06-24T11:30:46.457" v="501" actId="20577"/>
          <ac:spMkLst>
            <pc:docMk/>
            <pc:sldMk cId="3388037112" sldId="264"/>
            <ac:spMk id="3" creationId="{7D5DAC5D-06B9-362B-6349-4DF7225F3CE3}"/>
          </ac:spMkLst>
        </pc:spChg>
      </pc:sldChg>
      <pc:sldChg chg="del">
        <pc:chgData name="Stefan Stanimirovic" userId="S::s.steff@elfak.rs::8e5fd681-8c51-422f-b483-aad843794d5d" providerId="AD" clId="Web-{1D9C3BDB-99A7-483D-AC48-7731E7A0B0CF}" dt="2026-06-24T11:00:05.702" v="41"/>
        <pc:sldMkLst>
          <pc:docMk/>
          <pc:sldMk cId="1254187588" sldId="265"/>
        </pc:sldMkLst>
      </pc:sldChg>
      <pc:sldChg chg="addSp delSp modSp add mod replId setBg">
        <pc:chgData name="Stefan Stanimirovic" userId="S::s.steff@elfak.rs::8e5fd681-8c51-422f-b483-aad843794d5d" providerId="AD" clId="Web-{1D9C3BDB-99A7-483D-AC48-7731E7A0B0CF}" dt="2026-06-24T11:55:22.010" v="760"/>
        <pc:sldMkLst>
          <pc:docMk/>
          <pc:sldMk cId="1627698539" sldId="265"/>
        </pc:sldMkLst>
        <pc:spChg chg="mod ord">
          <ac:chgData name="Stefan Stanimirovic" userId="S::s.steff@elfak.rs::8e5fd681-8c51-422f-b483-aad843794d5d" providerId="AD" clId="Web-{1D9C3BDB-99A7-483D-AC48-7731E7A0B0CF}" dt="2026-06-24T11:55:22.010" v="760"/>
          <ac:spMkLst>
            <pc:docMk/>
            <pc:sldMk cId="1627698539" sldId="265"/>
            <ac:spMk id="2" creationId="{E40D2671-CEFA-0F9F-9AEA-0F46C54CAE11}"/>
          </ac:spMkLst>
        </pc:spChg>
        <pc:spChg chg="del">
          <ac:chgData name="Stefan Stanimirovic" userId="S::s.steff@elfak.rs::8e5fd681-8c51-422f-b483-aad843794d5d" providerId="AD" clId="Web-{1D9C3BDB-99A7-483D-AC48-7731E7A0B0CF}" dt="2026-06-24T11:32:05.147" v="505"/>
          <ac:spMkLst>
            <pc:docMk/>
            <pc:sldMk cId="1627698539" sldId="265"/>
            <ac:spMk id="3" creationId="{A4F9BEFA-1553-8DC5-7398-83F03F2F3C0A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1:54:37.509" v="750"/>
          <ac:spMkLst>
            <pc:docMk/>
            <pc:sldMk cId="1627698539" sldId="265"/>
            <ac:spMk id="5" creationId="{9243AA5B-C2CE-1492-B7C7-D9E5F664B120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07.729" v="753"/>
          <ac:spMkLst>
            <pc:docMk/>
            <pc:sldMk cId="1627698539" sldId="265"/>
            <ac:spMk id="17" creationId="{5A42845B-CC95-4485-9D3A-D96B6EE0467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07.729" v="753"/>
          <ac:spMkLst>
            <pc:docMk/>
            <pc:sldMk cId="1627698539" sldId="265"/>
            <ac:spMk id="19" creationId="{86637838-C48E-4126-9469-4A003CAAF5C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07.729" v="753"/>
          <ac:spMkLst>
            <pc:docMk/>
            <pc:sldMk cId="1627698539" sldId="265"/>
            <ac:spMk id="23" creationId="{6BA550FF-9F75-4157-B593-B02A13E74877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3.432" v="755"/>
          <ac:spMkLst>
            <pc:docMk/>
            <pc:sldMk cId="1627698539" sldId="265"/>
            <ac:spMk id="25" creationId="{A0C40424-774F-4D0E-B9FD-44A4AB37FE47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3.432" v="755"/>
          <ac:spMkLst>
            <pc:docMk/>
            <pc:sldMk cId="1627698539" sldId="265"/>
            <ac:spMk id="29" creationId="{AB4B6D64-E8D7-4321-BAC4-C3D390F8F76B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3.432" v="755"/>
          <ac:spMkLst>
            <pc:docMk/>
            <pc:sldMk cId="1627698539" sldId="265"/>
            <ac:spMk id="31" creationId="{C8F2C176-794E-4FDE-92D5-4B53D477EB31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3.432" v="755"/>
          <ac:spMkLst>
            <pc:docMk/>
            <pc:sldMk cId="1627698539" sldId="265"/>
            <ac:spMk id="32" creationId="{6C6A2247-F373-4310-B4F4-EB66550D9514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3.432" v="755"/>
          <ac:spMkLst>
            <pc:docMk/>
            <pc:sldMk cId="1627698539" sldId="265"/>
            <ac:spMk id="33" creationId="{3F6FAB33-2B41-41D0-BEC1-C10BF1A7AABA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8.667" v="757"/>
          <ac:spMkLst>
            <pc:docMk/>
            <pc:sldMk cId="1627698539" sldId="265"/>
            <ac:spMk id="39" creationId="{5A42845B-CC95-4485-9D3A-D96B6EE0467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8.667" v="757"/>
          <ac:spMkLst>
            <pc:docMk/>
            <pc:sldMk cId="1627698539" sldId="265"/>
            <ac:spMk id="40" creationId="{86637838-C48E-4126-9469-4A003CAAF5C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8.667" v="757"/>
          <ac:spMkLst>
            <pc:docMk/>
            <pc:sldMk cId="1627698539" sldId="265"/>
            <ac:spMk id="41" creationId="{C8816B4A-9985-4221-B335-55E5C2B3A253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8.667" v="757"/>
          <ac:spMkLst>
            <pc:docMk/>
            <pc:sldMk cId="1627698539" sldId="265"/>
            <ac:spMk id="43" creationId="{0FE3F238-E317-45E1-A695-E52F81B3CED6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18.667" v="757"/>
          <ac:spMkLst>
            <pc:docMk/>
            <pc:sldMk cId="1627698539" sldId="265"/>
            <ac:spMk id="45" creationId="{DC638BDB-3C5E-41EC-A0B1-79703C63343B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21.979" v="759"/>
          <ac:spMkLst>
            <pc:docMk/>
            <pc:sldMk cId="1627698539" sldId="265"/>
            <ac:spMk id="50" creationId="{C8F2C176-794E-4FDE-92D5-4B53D477EB31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21.979" v="759"/>
          <ac:spMkLst>
            <pc:docMk/>
            <pc:sldMk cId="1627698539" sldId="265"/>
            <ac:spMk id="51" creationId="{6C6A2247-F373-4310-B4F4-EB66550D9514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21.979" v="759"/>
          <ac:spMkLst>
            <pc:docMk/>
            <pc:sldMk cId="1627698539" sldId="265"/>
            <ac:spMk id="52" creationId="{61831F9E-2437-4CA8-A111-06A92E0916C3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21.979" v="759"/>
          <ac:spMkLst>
            <pc:docMk/>
            <pc:sldMk cId="1627698539" sldId="265"/>
            <ac:spMk id="54" creationId="{DE76BD0F-5755-4E53-84A9-50318DA73259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21.979" v="759"/>
          <ac:spMkLst>
            <pc:docMk/>
            <pc:sldMk cId="1627698539" sldId="265"/>
            <ac:spMk id="56" creationId="{D53BD352-D802-4575-942F-8A415BA3EDE5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5:21.979" v="759"/>
          <ac:spMkLst>
            <pc:docMk/>
            <pc:sldMk cId="1627698539" sldId="265"/>
            <ac:spMk id="57" creationId="{B89DA753-B80A-47B6-9C77-FB895808B679}"/>
          </ac:spMkLst>
        </pc:spChg>
        <pc:spChg chg="add">
          <ac:chgData name="Stefan Stanimirovic" userId="S::s.steff@elfak.rs::8e5fd681-8c51-422f-b483-aad843794d5d" providerId="AD" clId="Web-{1D9C3BDB-99A7-483D-AC48-7731E7A0B0CF}" dt="2026-06-24T11:55:22.010" v="760"/>
          <ac:spMkLst>
            <pc:docMk/>
            <pc:sldMk cId="1627698539" sldId="265"/>
            <ac:spMk id="62" creationId="{5A42845B-CC95-4485-9D3A-D96B6EE0467D}"/>
          </ac:spMkLst>
        </pc:spChg>
        <pc:spChg chg="add">
          <ac:chgData name="Stefan Stanimirovic" userId="S::s.steff@elfak.rs::8e5fd681-8c51-422f-b483-aad843794d5d" providerId="AD" clId="Web-{1D9C3BDB-99A7-483D-AC48-7731E7A0B0CF}" dt="2026-06-24T11:55:22.010" v="760"/>
          <ac:spMkLst>
            <pc:docMk/>
            <pc:sldMk cId="1627698539" sldId="265"/>
            <ac:spMk id="63" creationId="{86637838-C48E-4126-9469-4A003CAAF5CF}"/>
          </ac:spMkLst>
        </pc:spChg>
        <pc:spChg chg="add">
          <ac:chgData name="Stefan Stanimirovic" userId="S::s.steff@elfak.rs::8e5fd681-8c51-422f-b483-aad843794d5d" providerId="AD" clId="Web-{1D9C3BDB-99A7-483D-AC48-7731E7A0B0CF}" dt="2026-06-24T11:55:22.010" v="760"/>
          <ac:spMkLst>
            <pc:docMk/>
            <pc:sldMk cId="1627698539" sldId="265"/>
            <ac:spMk id="65" creationId="{88D9437E-A9AD-41F5-AFFE-388B64675C3D}"/>
          </ac:spMkLst>
        </pc:spChg>
        <pc:picChg chg="add mod">
          <ac:chgData name="Stefan Stanimirovic" userId="S::s.steff@elfak.rs::8e5fd681-8c51-422f-b483-aad843794d5d" providerId="AD" clId="Web-{1D9C3BDB-99A7-483D-AC48-7731E7A0B0CF}" dt="2026-06-24T11:55:22.010" v="760"/>
          <ac:picMkLst>
            <pc:docMk/>
            <pc:sldMk cId="1627698539" sldId="265"/>
            <ac:picMk id="6" creationId="{86D4AD61-3DCB-DB43-C0C8-5F22B655A631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07.729" v="753"/>
          <ac:picMkLst>
            <pc:docMk/>
            <pc:sldMk cId="1627698539" sldId="265"/>
            <ac:picMk id="11" creationId="{109C3D3C-5E00-40BE-B0F8-64783FF19E09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07.729" v="753"/>
          <ac:picMkLst>
            <pc:docMk/>
            <pc:sldMk cId="1627698539" sldId="265"/>
            <ac:picMk id="13" creationId="{C717EFAC-8EE6-49FB-ABD6-B079F6FEE1B8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07.729" v="753"/>
          <ac:picMkLst>
            <pc:docMk/>
            <pc:sldMk cId="1627698539" sldId="265"/>
            <ac:picMk id="15" creationId="{A0ECCF49-019C-491E-8A0B-828E9FA65002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07.729" v="753"/>
          <ac:picMkLst>
            <pc:docMk/>
            <pc:sldMk cId="1627698539" sldId="265"/>
            <ac:picMk id="21" creationId="{35AB9AD5-8AF5-44F3-90EE-BE52047166FD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13.432" v="755"/>
          <ac:picMkLst>
            <pc:docMk/>
            <pc:sldMk cId="1627698539" sldId="265"/>
            <ac:picMk id="26" creationId="{05916DBF-29BF-49BC-864D-B509C0E9F9A9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13.432" v="755"/>
          <ac:picMkLst>
            <pc:docMk/>
            <pc:sldMk cId="1627698539" sldId="265"/>
            <ac:picMk id="27" creationId="{F14ED4A2-7E65-4939-9FCA-81CDDEA453BC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55:13.432" v="755"/>
          <ac:picMkLst>
            <pc:docMk/>
            <pc:sldMk cId="1627698539" sldId="265"/>
            <ac:picMk id="30" creationId="{33AA8AC3-6A99-48DF-9135-CCDDD62E932B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13.432" v="755"/>
          <ac:picMkLst>
            <pc:docMk/>
            <pc:sldMk cId="1627698539" sldId="265"/>
            <ac:picMk id="34" creationId="{16AEA8F9-742B-448B-8A34-C25E62C633A0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18.667" v="757"/>
          <ac:picMkLst>
            <pc:docMk/>
            <pc:sldMk cId="1627698539" sldId="265"/>
            <ac:picMk id="37" creationId="{C717EFAC-8EE6-49FB-ABD6-B079F6FEE1B8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18.667" v="757"/>
          <ac:picMkLst>
            <pc:docMk/>
            <pc:sldMk cId="1627698539" sldId="265"/>
            <ac:picMk id="42" creationId="{EEB5B286-B975-4BFC-AC25-0E9AD0A3D2B1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18.667" v="757"/>
          <ac:picMkLst>
            <pc:docMk/>
            <pc:sldMk cId="1627698539" sldId="265"/>
            <ac:picMk id="44" creationId="{E78DCB0F-4BDE-48C2-8A26-76056B222A39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5:18.682" v="758"/>
          <ac:picMkLst>
            <pc:docMk/>
            <pc:sldMk cId="1627698539" sldId="265"/>
            <ac:picMk id="47" creationId="{05916DBF-29BF-49BC-864D-B509C0E9F9A9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55:21.979" v="759"/>
          <ac:picMkLst>
            <pc:docMk/>
            <pc:sldMk cId="1627698539" sldId="265"/>
            <ac:picMk id="48" creationId="{F72F2D00-DB84-4A88-A1ED-DFFB351BF002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21.979" v="759"/>
          <ac:picMkLst>
            <pc:docMk/>
            <pc:sldMk cId="1627698539" sldId="265"/>
            <ac:picMk id="53" creationId="{F0C50DF0-8DA6-4440-9A6E-955DB12E017D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5:21.979" v="759"/>
          <ac:picMkLst>
            <pc:docMk/>
            <pc:sldMk cId="1627698539" sldId="265"/>
            <ac:picMk id="55" creationId="{8AD4354C-0532-4E5F-A2DF-EB8049AAB7FD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5:22.010" v="760"/>
          <ac:picMkLst>
            <pc:docMk/>
            <pc:sldMk cId="1627698539" sldId="265"/>
            <ac:picMk id="59" creationId="{109C3D3C-5E00-40BE-B0F8-64783FF19E09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5:22.010" v="760"/>
          <ac:picMkLst>
            <pc:docMk/>
            <pc:sldMk cId="1627698539" sldId="265"/>
            <ac:picMk id="60" creationId="{C717EFAC-8EE6-49FB-ABD6-B079F6FEE1B8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5:22.010" v="760"/>
          <ac:picMkLst>
            <pc:docMk/>
            <pc:sldMk cId="1627698539" sldId="265"/>
            <ac:picMk id="61" creationId="{A0ECCF49-019C-491E-8A0B-828E9FA65002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5:22.010" v="760"/>
          <ac:picMkLst>
            <pc:docMk/>
            <pc:sldMk cId="1627698539" sldId="265"/>
            <ac:picMk id="64" creationId="{FBA3BDB8-7862-44F3-9104-F0CAA4790FDF}"/>
          </ac:picMkLst>
        </pc:picChg>
      </pc:sldChg>
      <pc:sldChg chg="addSp delSp modSp add ord replId">
        <pc:chgData name="Stefan Stanimirovic" userId="S::s.steff@elfak.rs::8e5fd681-8c51-422f-b483-aad843794d5d" providerId="AD" clId="Web-{1D9C3BDB-99A7-483D-AC48-7731E7A0B0CF}" dt="2026-06-24T11:38:10.379" v="618" actId="20577"/>
        <pc:sldMkLst>
          <pc:docMk/>
          <pc:sldMk cId="782063695" sldId="266"/>
        </pc:sldMkLst>
        <pc:spChg chg="mod">
          <ac:chgData name="Stefan Stanimirovic" userId="S::s.steff@elfak.rs::8e5fd681-8c51-422f-b483-aad843794d5d" providerId="AD" clId="Web-{1D9C3BDB-99A7-483D-AC48-7731E7A0B0CF}" dt="2026-06-24T11:32:30.523" v="510" actId="20577"/>
          <ac:spMkLst>
            <pc:docMk/>
            <pc:sldMk cId="782063695" sldId="266"/>
            <ac:spMk id="2" creationId="{BC5512DC-4290-3E94-E3D8-D54767F95E62}"/>
          </ac:spMkLst>
        </pc:spChg>
        <pc:spChg chg="del mod">
          <ac:chgData name="Stefan Stanimirovic" userId="S::s.steff@elfak.rs::8e5fd681-8c51-422f-b483-aad843794d5d" providerId="AD" clId="Web-{1D9C3BDB-99A7-483D-AC48-7731E7A0B0CF}" dt="2026-06-24T11:32:50.274" v="515"/>
          <ac:spMkLst>
            <pc:docMk/>
            <pc:sldMk cId="782063695" sldId="266"/>
            <ac:spMk id="3" creationId="{0F2C25A2-E662-24EB-C904-B487FA4E8761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1:32:54.211" v="516"/>
          <ac:spMkLst>
            <pc:docMk/>
            <pc:sldMk cId="782063695" sldId="266"/>
            <ac:spMk id="5" creationId="{6E177F60-C5B3-EFC9-7F06-738E4464BE53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1:38:10.379" v="618" actId="20577"/>
          <ac:spMkLst>
            <pc:docMk/>
            <pc:sldMk cId="782063695" sldId="266"/>
            <ac:spMk id="7" creationId="{0C819151-5BF7-4B8D-4E9D-AC11F70D0EDD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1:36:38.204" v="586" actId="1076"/>
          <ac:spMkLst>
            <pc:docMk/>
            <pc:sldMk cId="782063695" sldId="266"/>
            <ac:spMk id="9" creationId="{96E469BE-08B3-F17F-B8D6-2D2A2BD324B5}"/>
          </ac:spMkLst>
        </pc:spChg>
      </pc:sldChg>
      <pc:sldChg chg="del">
        <pc:chgData name="Stefan Stanimirovic" userId="S::s.steff@elfak.rs::8e5fd681-8c51-422f-b483-aad843794d5d" providerId="AD" clId="Web-{1D9C3BDB-99A7-483D-AC48-7731E7A0B0CF}" dt="2026-06-24T11:00:06.593" v="42"/>
        <pc:sldMkLst>
          <pc:docMk/>
          <pc:sldMk cId="1730562143" sldId="266"/>
        </pc:sldMkLst>
      </pc:sldChg>
      <pc:sldChg chg="del">
        <pc:chgData name="Stefan Stanimirovic" userId="S::s.steff@elfak.rs::8e5fd681-8c51-422f-b483-aad843794d5d" providerId="AD" clId="Web-{1D9C3BDB-99A7-483D-AC48-7731E7A0B0CF}" dt="2026-06-24T11:00:07.171" v="43"/>
        <pc:sldMkLst>
          <pc:docMk/>
          <pc:sldMk cId="270486222" sldId="267"/>
        </pc:sldMkLst>
      </pc:sldChg>
      <pc:sldChg chg="addSp delSp modSp add mod replId setBg">
        <pc:chgData name="Stefan Stanimirovic" userId="S::s.steff@elfak.rs::8e5fd681-8c51-422f-b483-aad843794d5d" providerId="AD" clId="Web-{1D9C3BDB-99A7-483D-AC48-7731E7A0B0CF}" dt="2026-06-24T11:46:10.287" v="684"/>
        <pc:sldMkLst>
          <pc:docMk/>
          <pc:sldMk cId="2773522269" sldId="267"/>
        </pc:sldMkLst>
        <pc:spChg chg="mod">
          <ac:chgData name="Stefan Stanimirovic" userId="S::s.steff@elfak.rs::8e5fd681-8c51-422f-b483-aad843794d5d" providerId="AD" clId="Web-{1D9C3BDB-99A7-483D-AC48-7731E7A0B0CF}" dt="2026-06-24T11:40:20.228" v="632"/>
          <ac:spMkLst>
            <pc:docMk/>
            <pc:sldMk cId="2773522269" sldId="267"/>
            <ac:spMk id="2" creationId="{802151E2-4FE6-AC2A-744B-80B9C2612E3C}"/>
          </ac:spMkLst>
        </pc:spChg>
        <pc:spChg chg="mod">
          <ac:chgData name="Stefan Stanimirovic" userId="S::s.steff@elfak.rs::8e5fd681-8c51-422f-b483-aad843794d5d" providerId="AD" clId="Web-{1D9C3BDB-99A7-483D-AC48-7731E7A0B0CF}" dt="2026-06-24T11:45:54.287" v="681"/>
          <ac:spMkLst>
            <pc:docMk/>
            <pc:sldMk cId="2773522269" sldId="267"/>
            <ac:spMk id="7" creationId="{8B30F213-1145-680D-50DB-5EAF1049FB5E}"/>
          </ac:spMkLst>
        </pc:spChg>
        <pc:spChg chg="del">
          <ac:chgData name="Stefan Stanimirovic" userId="S::s.steff@elfak.rs::8e5fd681-8c51-422f-b483-aad843794d5d" providerId="AD" clId="Web-{1D9C3BDB-99A7-483D-AC48-7731E7A0B0CF}" dt="2026-06-24T11:37:09.236" v="589"/>
          <ac:spMkLst>
            <pc:docMk/>
            <pc:sldMk cId="2773522269" sldId="267"/>
            <ac:spMk id="9" creationId="{A0518873-DCF0-4E7F-7D90-8CE2D60F874B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40:16.806" v="630"/>
          <ac:spMkLst>
            <pc:docMk/>
            <pc:sldMk cId="2773522269" sldId="267"/>
            <ac:spMk id="12" creationId="{D2A6B055-9E2F-4204-917E-C856679DE14B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40:16.806" v="630"/>
          <ac:spMkLst>
            <pc:docMk/>
            <pc:sldMk cId="2773522269" sldId="267"/>
            <ac:spMk id="14" creationId="{134D2791-A938-4A62-BB10-C18ACDC00CE6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40:16.806" v="630"/>
          <ac:spMkLst>
            <pc:docMk/>
            <pc:sldMk cId="2773522269" sldId="267"/>
            <ac:spMk id="16" creationId="{C337C323-ED36-479B-8377-AC2E471277F0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40:20.228" v="632"/>
          <ac:spMkLst>
            <pc:docMk/>
            <pc:sldMk cId="2773522269" sldId="267"/>
            <ac:spMk id="20" creationId="{637CB650-7A99-46B3-9A19-AF9FA3FC3607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40:20.228" v="632"/>
          <ac:spMkLst>
            <pc:docMk/>
            <pc:sldMk cId="2773522269" sldId="267"/>
            <ac:spMk id="22" creationId="{1D1B5FFF-658E-4C7D-B9CB-71639F28B477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40:20.228" v="632"/>
          <ac:spMkLst>
            <pc:docMk/>
            <pc:sldMk cId="2773522269" sldId="267"/>
            <ac:spMk id="23" creationId="{14CDBE66-D392-4FC9-AF52-5EC2DC77BE5E}"/>
          </ac:spMkLst>
        </pc:spChg>
        <pc:grpChg chg="add del">
          <ac:chgData name="Stefan Stanimirovic" userId="S::s.steff@elfak.rs::8e5fd681-8c51-422f-b483-aad843794d5d" providerId="AD" clId="Web-{1D9C3BDB-99A7-483D-AC48-7731E7A0B0CF}" dt="2026-06-24T11:40:20.228" v="632"/>
          <ac:grpSpMkLst>
            <pc:docMk/>
            <pc:sldMk cId="2773522269" sldId="267"/>
            <ac:grpSpMk id="19" creationId="{6C4F9A63-9A95-4F8F-842E-B268B062F371}"/>
          </ac:grpSpMkLst>
        </pc:grpChg>
        <pc:picChg chg="add mod ord">
          <ac:chgData name="Stefan Stanimirovic" userId="S::s.steff@elfak.rs::8e5fd681-8c51-422f-b483-aad843794d5d" providerId="AD" clId="Web-{1D9C3BDB-99A7-483D-AC48-7731E7A0B0CF}" dt="2026-06-24T11:42:49.514" v="649"/>
          <ac:picMkLst>
            <pc:docMk/>
            <pc:sldMk cId="2773522269" sldId="267"/>
            <ac:picMk id="3" creationId="{33F0B8BA-63FB-2842-BCEB-EEE3D3C1F4FA}"/>
          </ac:picMkLst>
        </pc:picChg>
        <pc:picChg chg="add mod ord">
          <ac:chgData name="Stefan Stanimirovic" userId="S::s.steff@elfak.rs::8e5fd681-8c51-422f-b483-aad843794d5d" providerId="AD" clId="Web-{1D9C3BDB-99A7-483D-AC48-7731E7A0B0CF}" dt="2026-06-24T11:42:49.514" v="649"/>
          <ac:picMkLst>
            <pc:docMk/>
            <pc:sldMk cId="2773522269" sldId="267"/>
            <ac:picMk id="4" creationId="{A6D893E7-F31C-D511-2CAA-CC01D90AC147}"/>
          </ac:picMkLst>
        </pc:picChg>
        <pc:picChg chg="add del mod ord">
          <ac:chgData name="Stefan Stanimirovic" userId="S::s.steff@elfak.rs::8e5fd681-8c51-422f-b483-aad843794d5d" providerId="AD" clId="Web-{1D9C3BDB-99A7-483D-AC48-7731E7A0B0CF}" dt="2026-06-24T11:40:29.697" v="633"/>
          <ac:picMkLst>
            <pc:docMk/>
            <pc:sldMk cId="2773522269" sldId="267"/>
            <ac:picMk id="5" creationId="{A556598B-8E1A-7F1D-246A-3556B07C7020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0:43.838" v="635"/>
          <ac:picMkLst>
            <pc:docMk/>
            <pc:sldMk cId="2773522269" sldId="267"/>
            <ac:picMk id="6" creationId="{51B8BF0D-8324-0CDD-31D9-0056186DD71C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1:15.183" v="637"/>
          <ac:picMkLst>
            <pc:docMk/>
            <pc:sldMk cId="2773522269" sldId="267"/>
            <ac:picMk id="8" creationId="{FE6CA7F2-2FB5-A568-BC56-95215677A0B3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1:42:49.514" v="649"/>
          <ac:picMkLst>
            <pc:docMk/>
            <pc:sldMk cId="2773522269" sldId="267"/>
            <ac:picMk id="10" creationId="{0FA1D1FD-D99B-C11B-B7AC-1ADCE1DC91BF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2:43.061" v="645"/>
          <ac:picMkLst>
            <pc:docMk/>
            <pc:sldMk cId="2773522269" sldId="267"/>
            <ac:picMk id="11" creationId="{3CCA4ACB-4839-6DFB-B11D-52280071C1C8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2:36.592" v="643"/>
          <ac:picMkLst>
            <pc:docMk/>
            <pc:sldMk cId="2773522269" sldId="267"/>
            <ac:picMk id="15" creationId="{BFD07C5D-A8A7-3B1E-7D38-49B3C57C8093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45:48.490" v="676"/>
          <ac:picMkLst>
            <pc:docMk/>
            <pc:sldMk cId="2773522269" sldId="267"/>
            <ac:picMk id="17" creationId="{7E36741A-A2AA-E61F-197F-5A6FD1CF87BF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40:20.228" v="632"/>
          <ac:picMkLst>
            <pc:docMk/>
            <pc:sldMk cId="2773522269" sldId="267"/>
            <ac:picMk id="18" creationId="{4A11744C-FA49-45F1-91DE-F761C1E5DE34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3:07.687" v="651"/>
          <ac:picMkLst>
            <pc:docMk/>
            <pc:sldMk cId="2773522269" sldId="267"/>
            <ac:picMk id="24" creationId="{750F79FA-AB8B-A8DB-717C-BD237876BAF6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43:12.093" v="655"/>
          <ac:picMkLst>
            <pc:docMk/>
            <pc:sldMk cId="2773522269" sldId="267"/>
            <ac:picMk id="25" creationId="{0A3362B3-954B-1D9F-9BC0-4766F7FA106F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43:19.125" v="659"/>
          <ac:picMkLst>
            <pc:docMk/>
            <pc:sldMk cId="2773522269" sldId="267"/>
            <ac:picMk id="26" creationId="{526C705E-7F43-EF9B-C29E-1E8DF9BC964B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4:03.533" v="661"/>
          <ac:picMkLst>
            <pc:docMk/>
            <pc:sldMk cId="2773522269" sldId="267"/>
            <ac:picMk id="27" creationId="{1250A0AA-3338-7822-71BE-F6555C070BC3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44:16.767" v="666"/>
          <ac:picMkLst>
            <pc:docMk/>
            <pc:sldMk cId="2773522269" sldId="267"/>
            <ac:picMk id="28" creationId="{A7545AA5-5C62-FBC4-AF7B-30BF423C9FB3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4:53.472" v="668"/>
          <ac:picMkLst>
            <pc:docMk/>
            <pc:sldMk cId="2773522269" sldId="267"/>
            <ac:picMk id="29" creationId="{7D1C8297-C3B9-2C4E-F8DA-459EC954A858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45:49.599" v="677"/>
          <ac:picMkLst>
            <pc:docMk/>
            <pc:sldMk cId="2773522269" sldId="267"/>
            <ac:picMk id="30" creationId="{6500A38B-E3B4-8896-5A97-874B812ED969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46:02.599" v="682"/>
          <ac:picMkLst>
            <pc:docMk/>
            <pc:sldMk cId="2773522269" sldId="267"/>
            <ac:picMk id="31" creationId="{180B1FCC-EA02-EB07-9DE9-53625EAB027E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1:46:10.287" v="684"/>
          <ac:picMkLst>
            <pc:docMk/>
            <pc:sldMk cId="2773522269" sldId="267"/>
            <ac:picMk id="32" creationId="{4A6638DE-4D57-2E76-7CCD-DAAD91C27EE9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07.655" v="44"/>
        <pc:sldMkLst>
          <pc:docMk/>
          <pc:sldMk cId="3048826971" sldId="268"/>
        </pc:sldMkLst>
      </pc:sldChg>
      <pc:sldChg chg="addSp delSp modSp add replId">
        <pc:chgData name="Stefan Stanimirovic" userId="S::s.steff@elfak.rs::8e5fd681-8c51-422f-b483-aad843794d5d" providerId="AD" clId="Web-{1D9C3BDB-99A7-483D-AC48-7731E7A0B0CF}" dt="2026-06-24T11:50:51.688" v="728" actId="20577"/>
        <pc:sldMkLst>
          <pc:docMk/>
          <pc:sldMk cId="3435946219" sldId="268"/>
        </pc:sldMkLst>
        <pc:spChg chg="mod">
          <ac:chgData name="Stefan Stanimirovic" userId="S::s.steff@elfak.rs::8e5fd681-8c51-422f-b483-aad843794d5d" providerId="AD" clId="Web-{1D9C3BDB-99A7-483D-AC48-7731E7A0B0CF}" dt="2026-06-24T11:47:05.649" v="687" actId="20577"/>
          <ac:spMkLst>
            <pc:docMk/>
            <pc:sldMk cId="3435946219" sldId="268"/>
            <ac:spMk id="2" creationId="{E61E40A5-4A10-6BE9-10F2-1C16FC7AE470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1:50:51.688" v="728" actId="20577"/>
          <ac:spMkLst>
            <pc:docMk/>
            <pc:sldMk cId="3435946219" sldId="268"/>
            <ac:spMk id="6" creationId="{5B00010E-EAC2-B602-D3EF-56E74E536909}"/>
          </ac:spMkLst>
        </pc:spChg>
        <pc:spChg chg="del mod">
          <ac:chgData name="Stefan Stanimirovic" userId="S::s.steff@elfak.rs::8e5fd681-8c51-422f-b483-aad843794d5d" providerId="AD" clId="Web-{1D9C3BDB-99A7-483D-AC48-7731E7A0B0CF}" dt="2026-06-24T11:49:08.669" v="707"/>
          <ac:spMkLst>
            <pc:docMk/>
            <pc:sldMk cId="3435946219" sldId="268"/>
            <ac:spMk id="7" creationId="{33F4F23F-6018-68FA-5A7A-F2249E4D809A}"/>
          </ac:spMkLst>
        </pc:spChg>
        <pc:picChg chg="del">
          <ac:chgData name="Stefan Stanimirovic" userId="S::s.steff@elfak.rs::8e5fd681-8c51-422f-b483-aad843794d5d" providerId="AD" clId="Web-{1D9C3BDB-99A7-483D-AC48-7731E7A0B0CF}" dt="2026-06-24T11:47:08.524" v="691"/>
          <ac:picMkLst>
            <pc:docMk/>
            <pc:sldMk cId="3435946219" sldId="268"/>
            <ac:picMk id="3" creationId="{92B7C100-93F4-B3C1-1B6D-BC28E1C607C5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47:07.649" v="689"/>
          <ac:picMkLst>
            <pc:docMk/>
            <pc:sldMk cId="3435946219" sldId="268"/>
            <ac:picMk id="4" creationId="{BA638BB5-0FFD-B5A0-3E16-7E0D8CD0A94A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47:07.180" v="688"/>
          <ac:picMkLst>
            <pc:docMk/>
            <pc:sldMk cId="3435946219" sldId="268"/>
            <ac:picMk id="10" creationId="{95D035FE-D796-A35F-8CF1-A85DC51BD470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47:08.086" v="690"/>
          <ac:picMkLst>
            <pc:docMk/>
            <pc:sldMk cId="3435946219" sldId="268"/>
            <ac:picMk id="32" creationId="{F372170A-777E-FD47-24A7-7E416A933554}"/>
          </ac:picMkLst>
        </pc:picChg>
      </pc:sldChg>
      <pc:sldChg chg="addSp delSp modSp add replId">
        <pc:chgData name="Stefan Stanimirovic" userId="S::s.steff@elfak.rs::8e5fd681-8c51-422f-b483-aad843794d5d" providerId="AD" clId="Web-{1D9C3BDB-99A7-483D-AC48-7731E7A0B0CF}" dt="2026-06-24T11:56:42.592" v="775" actId="1076"/>
        <pc:sldMkLst>
          <pc:docMk/>
          <pc:sldMk cId="3837555022" sldId="269"/>
        </pc:sldMkLst>
        <pc:spChg chg="mod">
          <ac:chgData name="Stefan Stanimirovic" userId="S::s.steff@elfak.rs::8e5fd681-8c51-422f-b483-aad843794d5d" providerId="AD" clId="Web-{1D9C3BDB-99A7-483D-AC48-7731E7A0B0CF}" dt="2026-06-24T11:50:58.391" v="730" actId="20577"/>
          <ac:spMkLst>
            <pc:docMk/>
            <pc:sldMk cId="3837555022" sldId="269"/>
            <ac:spMk id="2" creationId="{1562ABE0-3783-4C9D-FAAC-0B8F9143DC0A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1:53:54.382" v="736" actId="1076"/>
          <ac:spMkLst>
            <pc:docMk/>
            <pc:sldMk cId="3837555022" sldId="269"/>
            <ac:spMk id="4" creationId="{01BEEFDF-D4BC-FE39-12FE-D36B4788ADB2}"/>
          </ac:spMkLst>
        </pc:spChg>
        <pc:spChg chg="mod">
          <ac:chgData name="Stefan Stanimirovic" userId="S::s.steff@elfak.rs::8e5fd681-8c51-422f-b483-aad843794d5d" providerId="AD" clId="Web-{1D9C3BDB-99A7-483D-AC48-7731E7A0B0CF}" dt="2026-06-24T11:53:33.585" v="731" actId="20577"/>
          <ac:spMkLst>
            <pc:docMk/>
            <pc:sldMk cId="3837555022" sldId="269"/>
            <ac:spMk id="6" creationId="{AAF3B6E1-0706-C446-0446-8B75EEB3486D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1:56:42.592" v="775" actId="1076"/>
          <ac:spMkLst>
            <pc:docMk/>
            <pc:sldMk cId="3837555022" sldId="269"/>
            <ac:spMk id="7" creationId="{79625D49-C7D7-E7A6-5816-FD4700CA7EFC}"/>
          </ac:spMkLst>
        </pc:spChg>
        <pc:picChg chg="add mod">
          <ac:chgData name="Stefan Stanimirovic" userId="S::s.steff@elfak.rs::8e5fd681-8c51-422f-b483-aad843794d5d" providerId="AD" clId="Web-{1D9C3BDB-99A7-483D-AC48-7731E7A0B0CF}" dt="2026-06-24T11:53:44.366" v="733" actId="1076"/>
          <ac:picMkLst>
            <pc:docMk/>
            <pc:sldMk cId="3837555022" sldId="269"/>
            <ac:picMk id="3" creationId="{EC86FEE6-39BD-73E3-5354-FBDE2AB40D79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1:54:02.054" v="738" actId="1076"/>
          <ac:picMkLst>
            <pc:docMk/>
            <pc:sldMk cId="3837555022" sldId="269"/>
            <ac:picMk id="5" creationId="{F181FAE8-AF11-0A91-C5CC-8513856A398D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54:26.899" v="747"/>
          <ac:picMkLst>
            <pc:docMk/>
            <pc:sldMk cId="3837555022" sldId="269"/>
            <ac:picMk id="8" creationId="{69E86B03-FC49-B957-A5BB-DECE03CBE653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54:33.587" v="749"/>
          <ac:picMkLst>
            <pc:docMk/>
            <pc:sldMk cId="3837555022" sldId="269"/>
            <ac:picMk id="9" creationId="{FF8675DB-6473-613B-A8A1-D9F10D5C72F0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1:56:39.248" v="774" actId="14100"/>
          <ac:picMkLst>
            <pc:docMk/>
            <pc:sldMk cId="3837555022" sldId="269"/>
            <ac:picMk id="10" creationId="{65524F9C-3AAD-BA27-E8E4-4F7F85C72ACC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09.108" v="47"/>
        <pc:sldMkLst>
          <pc:docMk/>
          <pc:sldMk cId="4189283800" sldId="269"/>
        </pc:sldMkLst>
      </pc:sldChg>
      <pc:sldChg chg="addSp delSp modSp add replId">
        <pc:chgData name="Stefan Stanimirovic" userId="S::s.steff@elfak.rs::8e5fd681-8c51-422f-b483-aad843794d5d" providerId="AD" clId="Web-{1D9C3BDB-99A7-483D-AC48-7731E7A0B0CF}" dt="2026-06-24T12:10:25.481" v="919" actId="20577"/>
        <pc:sldMkLst>
          <pc:docMk/>
          <pc:sldMk cId="1108233096" sldId="270"/>
        </pc:sldMkLst>
        <pc:spChg chg="mod ord">
          <ac:chgData name="Stefan Stanimirovic" userId="S::s.steff@elfak.rs::8e5fd681-8c51-422f-b483-aad843794d5d" providerId="AD" clId="Web-{1D9C3BDB-99A7-483D-AC48-7731E7A0B0CF}" dt="2026-06-24T12:03:56.826" v="873" actId="1076"/>
          <ac:spMkLst>
            <pc:docMk/>
            <pc:sldMk cId="1108233096" sldId="270"/>
            <ac:spMk id="2" creationId="{BD4A8CFC-9A15-EF01-9139-721DD4E0AF07}"/>
          </ac:spMkLst>
        </pc:spChg>
        <pc:spChg chg="del">
          <ac:chgData name="Stefan Stanimirovic" userId="S::s.steff@elfak.rs::8e5fd681-8c51-422f-b483-aad843794d5d" providerId="AD" clId="Web-{1D9C3BDB-99A7-483D-AC48-7731E7A0B0CF}" dt="2026-06-24T11:57:08.389" v="780"/>
          <ac:spMkLst>
            <pc:docMk/>
            <pc:sldMk cId="1108233096" sldId="270"/>
            <ac:spMk id="4" creationId="{8BAB94AD-68B5-F7C1-6B14-245CE01A3801}"/>
          </ac:spMkLst>
        </pc:spChg>
        <pc:spChg chg="mod">
          <ac:chgData name="Stefan Stanimirovic" userId="S::s.steff@elfak.rs::8e5fd681-8c51-422f-b483-aad843794d5d" providerId="AD" clId="Web-{1D9C3BDB-99A7-483D-AC48-7731E7A0B0CF}" dt="2026-06-24T12:10:25.481" v="919" actId="20577"/>
          <ac:spMkLst>
            <pc:docMk/>
            <pc:sldMk cId="1108233096" sldId="270"/>
            <ac:spMk id="6" creationId="{50396974-39DD-C5BC-21F0-5EE905835C03}"/>
          </ac:spMkLst>
        </pc:spChg>
        <pc:spChg chg="del mod">
          <ac:chgData name="Stefan Stanimirovic" userId="S::s.steff@elfak.rs::8e5fd681-8c51-422f-b483-aad843794d5d" providerId="AD" clId="Web-{1D9C3BDB-99A7-483D-AC48-7731E7A0B0CF}" dt="2026-06-24T11:57:21.312" v="783"/>
          <ac:spMkLst>
            <pc:docMk/>
            <pc:sldMk cId="1108233096" sldId="270"/>
            <ac:spMk id="7" creationId="{57EC4913-8BE2-1916-D46D-D919D36949B9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9:35.676" v="816"/>
          <ac:spMkLst>
            <pc:docMk/>
            <pc:sldMk cId="1108233096" sldId="270"/>
            <ac:spMk id="20" creationId="{5A42845B-CC95-4485-9D3A-D96B6EE0467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9:35.676" v="816"/>
          <ac:spMkLst>
            <pc:docMk/>
            <pc:sldMk cId="1108233096" sldId="270"/>
            <ac:spMk id="22" creationId="{86637838-C48E-4126-9469-4A003CAAF5C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1:59:35.676" v="816"/>
          <ac:spMkLst>
            <pc:docMk/>
            <pc:sldMk cId="1108233096" sldId="270"/>
            <ac:spMk id="26" creationId="{6BA550FF-9F75-4157-B593-B02A13E74877}"/>
          </ac:spMkLst>
        </pc:spChg>
        <pc:spChg chg="add">
          <ac:chgData name="Stefan Stanimirovic" userId="S::s.steff@elfak.rs::8e5fd681-8c51-422f-b483-aad843794d5d" providerId="AD" clId="Web-{1D9C3BDB-99A7-483D-AC48-7731E7A0B0CF}" dt="2026-06-24T11:59:35.676" v="816"/>
          <ac:spMkLst>
            <pc:docMk/>
            <pc:sldMk cId="1108233096" sldId="270"/>
            <ac:spMk id="37" creationId="{5A42845B-CC95-4485-9D3A-D96B6EE0467D}"/>
          </ac:spMkLst>
        </pc:spChg>
        <pc:spChg chg="add">
          <ac:chgData name="Stefan Stanimirovic" userId="S::s.steff@elfak.rs::8e5fd681-8c51-422f-b483-aad843794d5d" providerId="AD" clId="Web-{1D9C3BDB-99A7-483D-AC48-7731E7A0B0CF}" dt="2026-06-24T11:59:35.676" v="816"/>
          <ac:spMkLst>
            <pc:docMk/>
            <pc:sldMk cId="1108233096" sldId="270"/>
            <ac:spMk id="39" creationId="{86637838-C48E-4126-9469-4A003CAAF5CF}"/>
          </ac:spMkLst>
        </pc:spChg>
        <pc:spChg chg="add">
          <ac:chgData name="Stefan Stanimirovic" userId="S::s.steff@elfak.rs::8e5fd681-8c51-422f-b483-aad843794d5d" providerId="AD" clId="Web-{1D9C3BDB-99A7-483D-AC48-7731E7A0B0CF}" dt="2026-06-24T11:59:35.676" v="816"/>
          <ac:spMkLst>
            <pc:docMk/>
            <pc:sldMk cId="1108233096" sldId="270"/>
            <ac:spMk id="43" creationId="{6BA550FF-9F75-4157-B593-B02A13E74877}"/>
          </ac:spMkLst>
        </pc:spChg>
        <pc:picChg chg="del">
          <ac:chgData name="Stefan Stanimirovic" userId="S::s.steff@elfak.rs::8e5fd681-8c51-422f-b483-aad843794d5d" providerId="AD" clId="Web-{1D9C3BDB-99A7-483D-AC48-7731E7A0B0CF}" dt="2026-06-24T11:57:50.766" v="788"/>
          <ac:picMkLst>
            <pc:docMk/>
            <pc:sldMk cId="1108233096" sldId="270"/>
            <ac:picMk id="3" creationId="{B7836AE5-8162-0B5A-8AC1-F094D8B9BA92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57:06.561" v="779"/>
          <ac:picMkLst>
            <pc:docMk/>
            <pc:sldMk cId="1108233096" sldId="270"/>
            <ac:picMk id="5" creationId="{5C11BFD2-2BDC-1E13-ACD9-64ACDB720057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57:54.454" v="790"/>
          <ac:picMkLst>
            <pc:docMk/>
            <pc:sldMk cId="1108233096" sldId="270"/>
            <ac:picMk id="8" creationId="{7EC03361-4147-C378-98DF-EDE4CB9D7F1C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58:13.548" v="796"/>
          <ac:picMkLst>
            <pc:docMk/>
            <pc:sldMk cId="1108233096" sldId="270"/>
            <ac:picMk id="9" creationId="{18ED71F1-B4AE-B0E5-DE1F-89FFC86E942E}"/>
          </ac:picMkLst>
        </pc:picChg>
        <pc:picChg chg="del">
          <ac:chgData name="Stefan Stanimirovic" userId="S::s.steff@elfak.rs::8e5fd681-8c51-422f-b483-aad843794d5d" providerId="AD" clId="Web-{1D9C3BDB-99A7-483D-AC48-7731E7A0B0CF}" dt="2026-06-24T11:57:16.421" v="781"/>
          <ac:picMkLst>
            <pc:docMk/>
            <pc:sldMk cId="1108233096" sldId="270"/>
            <ac:picMk id="10" creationId="{6AC1AC5C-7E8B-2F5D-4A42-BEC30CAE76E7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58:36.299" v="803"/>
          <ac:picMkLst>
            <pc:docMk/>
            <pc:sldMk cId="1108233096" sldId="270"/>
            <ac:picMk id="11" creationId="{A2437239-D74B-61EE-F5F7-CD3B63DBB225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1:59:28.066" v="812"/>
          <ac:picMkLst>
            <pc:docMk/>
            <pc:sldMk cId="1108233096" sldId="270"/>
            <ac:picMk id="12" creationId="{DE57A257-A1CF-0418-46AC-D86444073926}"/>
          </ac:picMkLst>
        </pc:picChg>
        <pc:picChg chg="add del mod modCrop">
          <ac:chgData name="Stefan Stanimirovic" userId="S::s.steff@elfak.rs::8e5fd681-8c51-422f-b483-aad843794d5d" providerId="AD" clId="Web-{1D9C3BDB-99A7-483D-AC48-7731E7A0B0CF}" dt="2026-06-24T11:59:47.005" v="818"/>
          <ac:picMkLst>
            <pc:docMk/>
            <pc:sldMk cId="1108233096" sldId="270"/>
            <ac:picMk id="13" creationId="{33B61BE1-C79F-A8D1-08C2-6D8146C5D1C4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9:35.676" v="816"/>
          <ac:picMkLst>
            <pc:docMk/>
            <pc:sldMk cId="1108233096" sldId="270"/>
            <ac:picMk id="14" creationId="{109C3D3C-5E00-40BE-B0F8-64783FF19E09}"/>
          </ac:picMkLst>
        </pc:picChg>
        <pc:picChg chg="add mod modCrop">
          <ac:chgData name="Stefan Stanimirovic" userId="S::s.steff@elfak.rs::8e5fd681-8c51-422f-b483-aad843794d5d" providerId="AD" clId="Web-{1D9C3BDB-99A7-483D-AC48-7731E7A0B0CF}" dt="2026-06-24T12:00:22.084" v="825" actId="1076"/>
          <ac:picMkLst>
            <pc:docMk/>
            <pc:sldMk cId="1108233096" sldId="270"/>
            <ac:picMk id="15" creationId="{8555E443-2891-BCAD-E278-13FD0A9CFE30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8:05.173" v="794"/>
          <ac:picMkLst>
            <pc:docMk/>
            <pc:sldMk cId="1108233096" sldId="270"/>
            <ac:picMk id="16" creationId="{C717EFAC-8EE6-49FB-ABD6-B079F6FEE1B8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1:59:35.676" v="816"/>
          <ac:picMkLst>
            <pc:docMk/>
            <pc:sldMk cId="1108233096" sldId="270"/>
            <ac:picMk id="18" creationId="{A0ECCF49-019C-491E-8A0B-828E9FA65002}"/>
          </ac:picMkLst>
        </pc:picChg>
        <pc:picChg chg="add">
          <ac:chgData name="Stefan Stanimirovic" userId="S::s.steff@elfak.rs::8e5fd681-8c51-422f-b483-aad843794d5d" providerId="AD" clId="Web-{1D9C3BDB-99A7-483D-AC48-7731E7A0B0CF}" dt="2026-06-24T11:58:05.173" v="794"/>
          <ac:picMkLst>
            <pc:docMk/>
            <pc:sldMk cId="1108233096" sldId="270"/>
            <ac:picMk id="24" creationId="{35AB9AD5-8AF5-44F3-90EE-BE52047166FD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08.186" v="45"/>
        <pc:sldMkLst>
          <pc:docMk/>
          <pc:sldMk cId="1853266123" sldId="270"/>
        </pc:sldMkLst>
      </pc:sldChg>
      <pc:sldChg chg="del">
        <pc:chgData name="Stefan Stanimirovic" userId="S::s.steff@elfak.rs::8e5fd681-8c51-422f-b483-aad843794d5d" providerId="AD" clId="Web-{1D9C3BDB-99A7-483D-AC48-7731E7A0B0CF}" dt="2026-06-24T11:00:09.671" v="48"/>
        <pc:sldMkLst>
          <pc:docMk/>
          <pc:sldMk cId="499254145" sldId="271"/>
        </pc:sldMkLst>
      </pc:sldChg>
      <pc:sldChg chg="addSp delSp modSp add ord replId">
        <pc:chgData name="Stefan Stanimirovic" userId="S::s.steff@elfak.rs::8e5fd681-8c51-422f-b483-aad843794d5d" providerId="AD" clId="Web-{1D9C3BDB-99A7-483D-AC48-7731E7A0B0CF}" dt="2026-06-24T12:03:49.623" v="870" actId="20577"/>
        <pc:sldMkLst>
          <pc:docMk/>
          <pc:sldMk cId="1776172909" sldId="271"/>
        </pc:sldMkLst>
        <pc:spChg chg="mod ord">
          <ac:chgData name="Stefan Stanimirovic" userId="S::s.steff@elfak.rs::8e5fd681-8c51-422f-b483-aad843794d5d" providerId="AD" clId="Web-{1D9C3BDB-99A7-483D-AC48-7731E7A0B0CF}" dt="2026-06-24T12:03:49.623" v="870" actId="20577"/>
          <ac:spMkLst>
            <pc:docMk/>
            <pc:sldMk cId="1776172909" sldId="271"/>
            <ac:spMk id="2" creationId="{2F9352A3-5741-05B1-602F-561DB601F246}"/>
          </ac:spMkLst>
        </pc:spChg>
        <pc:spChg chg="del mod">
          <ac:chgData name="Stefan Stanimirovic" userId="S::s.steff@elfak.rs::8e5fd681-8c51-422f-b483-aad843794d5d" providerId="AD" clId="Web-{1D9C3BDB-99A7-483D-AC48-7731E7A0B0CF}" dt="2026-06-24T12:01:16.727" v="838"/>
          <ac:spMkLst>
            <pc:docMk/>
            <pc:sldMk cId="1776172909" sldId="271"/>
            <ac:spMk id="4" creationId="{8F9B8236-A96B-2168-DF67-E9AC7BA81CE5}"/>
          </ac:spMkLst>
        </pc:spChg>
        <pc:spChg chg="del">
          <ac:chgData name="Stefan Stanimirovic" userId="S::s.steff@elfak.rs::8e5fd681-8c51-422f-b483-aad843794d5d" providerId="AD" clId="Web-{1D9C3BDB-99A7-483D-AC48-7731E7A0B0CF}" dt="2026-06-24T12:01:13.070" v="834"/>
          <ac:spMkLst>
            <pc:docMk/>
            <pc:sldMk cId="1776172909" sldId="271"/>
            <ac:spMk id="6" creationId="{0EAB40A6-8305-FD78-AF7E-6CDEDCE3386C}"/>
          </ac:spMkLst>
        </pc:spChg>
        <pc:spChg chg="del mod">
          <ac:chgData name="Stefan Stanimirovic" userId="S::s.steff@elfak.rs::8e5fd681-8c51-422f-b483-aad843794d5d" providerId="AD" clId="Web-{1D9C3BDB-99A7-483D-AC48-7731E7A0B0CF}" dt="2026-06-24T12:01:10.180" v="833"/>
          <ac:spMkLst>
            <pc:docMk/>
            <pc:sldMk cId="1776172909" sldId="271"/>
            <ac:spMk id="7" creationId="{A049880C-0358-FEF6-3468-2E01A457F618}"/>
          </ac:spMkLst>
        </pc:spChg>
        <pc:spChg chg="add">
          <ac:chgData name="Stefan Stanimirovic" userId="S::s.steff@elfak.rs::8e5fd681-8c51-422f-b483-aad843794d5d" providerId="AD" clId="Web-{1D9C3BDB-99A7-483D-AC48-7731E7A0B0CF}" dt="2026-06-24T12:02:05.650" v="847"/>
          <ac:spMkLst>
            <pc:docMk/>
            <pc:sldMk cId="1776172909" sldId="271"/>
            <ac:spMk id="20" creationId="{5A42845B-CC95-4485-9D3A-D96B6EE0467D}"/>
          </ac:spMkLst>
        </pc:spChg>
        <pc:spChg chg="add">
          <ac:chgData name="Stefan Stanimirovic" userId="S::s.steff@elfak.rs::8e5fd681-8c51-422f-b483-aad843794d5d" providerId="AD" clId="Web-{1D9C3BDB-99A7-483D-AC48-7731E7A0B0CF}" dt="2026-06-24T12:02:05.650" v="847"/>
          <ac:spMkLst>
            <pc:docMk/>
            <pc:sldMk cId="1776172909" sldId="271"/>
            <ac:spMk id="22" creationId="{86637838-C48E-4126-9469-4A003CAAF5CF}"/>
          </ac:spMkLst>
        </pc:spChg>
        <pc:spChg chg="add">
          <ac:chgData name="Stefan Stanimirovic" userId="S::s.steff@elfak.rs::8e5fd681-8c51-422f-b483-aad843794d5d" providerId="AD" clId="Web-{1D9C3BDB-99A7-483D-AC48-7731E7A0B0CF}" dt="2026-06-24T12:02:05.650" v="847"/>
          <ac:spMkLst>
            <pc:docMk/>
            <pc:sldMk cId="1776172909" sldId="271"/>
            <ac:spMk id="26" creationId="{6BA550FF-9F75-4157-B593-B02A13E74877}"/>
          </ac:spMkLst>
        </pc:spChg>
        <pc:picChg chg="del">
          <ac:chgData name="Stefan Stanimirovic" userId="S::s.steff@elfak.rs::8e5fd681-8c51-422f-b483-aad843794d5d" providerId="AD" clId="Web-{1D9C3BDB-99A7-483D-AC48-7731E7A0B0CF}" dt="2026-06-24T12:01:13.367" v="835"/>
          <ac:picMkLst>
            <pc:docMk/>
            <pc:sldMk cId="1776172909" sldId="271"/>
            <ac:picMk id="3" creationId="{779D04E3-09FF-98F6-09A0-B8D74EB7D907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01:13.586" v="836"/>
          <ac:picMkLst>
            <pc:docMk/>
            <pc:sldMk cId="1776172909" sldId="271"/>
            <ac:picMk id="5" creationId="{A664BA88-C783-A29A-3DB3-DA41BCB39137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2:01:55.197" v="843"/>
          <ac:picMkLst>
            <pc:docMk/>
            <pc:sldMk cId="1776172909" sldId="271"/>
            <ac:picMk id="8" creationId="{6FF10975-AE14-C677-08EB-65EBE020674F}"/>
          </ac:picMkLst>
        </pc:picChg>
        <pc:picChg chg="add mod modCrop">
          <ac:chgData name="Stefan Stanimirovic" userId="S::s.steff@elfak.rs::8e5fd681-8c51-422f-b483-aad843794d5d" providerId="AD" clId="Web-{1D9C3BDB-99A7-483D-AC48-7731E7A0B0CF}" dt="2026-06-24T12:02:12.385" v="848" actId="1076"/>
          <ac:picMkLst>
            <pc:docMk/>
            <pc:sldMk cId="1776172909" sldId="271"/>
            <ac:picMk id="9" creationId="{AE59DF67-0E1D-DCC6-A09C-A23CD76AEAFF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01:08.226" v="830"/>
          <ac:picMkLst>
            <pc:docMk/>
            <pc:sldMk cId="1776172909" sldId="271"/>
            <ac:picMk id="10" creationId="{AF751473-56D4-9938-153E-0D715D0A9034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2:05.650" v="847"/>
          <ac:picMkLst>
            <pc:docMk/>
            <pc:sldMk cId="1776172909" sldId="271"/>
            <ac:picMk id="14" creationId="{109C3D3C-5E00-40BE-B0F8-64783FF19E09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2:05.650" v="847"/>
          <ac:picMkLst>
            <pc:docMk/>
            <pc:sldMk cId="1776172909" sldId="271"/>
            <ac:picMk id="16" creationId="{C717EFAC-8EE6-49FB-ABD6-B079F6FEE1B8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2:05.650" v="847"/>
          <ac:picMkLst>
            <pc:docMk/>
            <pc:sldMk cId="1776172909" sldId="271"/>
            <ac:picMk id="18" creationId="{A0ECCF49-019C-491E-8A0B-828E9FA65002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2:05.650" v="847"/>
          <ac:picMkLst>
            <pc:docMk/>
            <pc:sldMk cId="1776172909" sldId="271"/>
            <ac:picMk id="24" creationId="{35AB9AD5-8AF5-44F3-90EE-BE52047166FD}"/>
          </ac:picMkLst>
        </pc:picChg>
      </pc:sldChg>
      <pc:sldChg chg="addSp delSp modSp add ord replId">
        <pc:chgData name="Stefan Stanimirovic" userId="S::s.steff@elfak.rs::8e5fd681-8c51-422f-b483-aad843794d5d" providerId="AD" clId="Web-{1D9C3BDB-99A7-483D-AC48-7731E7A0B0CF}" dt="2026-06-24T12:07:15.193" v="885" actId="1076"/>
        <pc:sldMkLst>
          <pc:docMk/>
          <pc:sldMk cId="2432778424" sldId="272"/>
        </pc:sldMkLst>
        <pc:spChg chg="mod">
          <ac:chgData name="Stefan Stanimirovic" userId="S::s.steff@elfak.rs::8e5fd681-8c51-422f-b483-aad843794d5d" providerId="AD" clId="Web-{1D9C3BDB-99A7-483D-AC48-7731E7A0B0CF}" dt="2026-06-24T12:07:08.364" v="883" actId="20577"/>
          <ac:spMkLst>
            <pc:docMk/>
            <pc:sldMk cId="2432778424" sldId="272"/>
            <ac:spMk id="2" creationId="{BC49FD9D-022A-5D18-B495-CCA73B3E6003}"/>
          </ac:spMkLst>
        </pc:spChg>
        <pc:spChg chg="del">
          <ac:chgData name="Stefan Stanimirovic" userId="S::s.steff@elfak.rs::8e5fd681-8c51-422f-b483-aad843794d5d" providerId="AD" clId="Web-{1D9C3BDB-99A7-483D-AC48-7731E7A0B0CF}" dt="2026-06-24T12:06:55.473" v="877"/>
          <ac:spMkLst>
            <pc:docMk/>
            <pc:sldMk cId="2432778424" sldId="272"/>
            <ac:spMk id="4" creationId="{BB285AA1-B3EF-F12D-6823-6665C29D3A96}"/>
          </ac:spMkLst>
        </pc:spChg>
        <pc:spChg chg="mod">
          <ac:chgData name="Stefan Stanimirovic" userId="S::s.steff@elfak.rs::8e5fd681-8c51-422f-b483-aad843794d5d" providerId="AD" clId="Web-{1D9C3BDB-99A7-483D-AC48-7731E7A0B0CF}" dt="2026-06-24T12:07:00.177" v="882" actId="20577"/>
          <ac:spMkLst>
            <pc:docMk/>
            <pc:sldMk cId="2432778424" sldId="272"/>
            <ac:spMk id="6" creationId="{244D9690-6081-9673-CA91-CA6B7DDD0331}"/>
          </ac:spMkLst>
        </pc:spChg>
        <pc:spChg chg="del">
          <ac:chgData name="Stefan Stanimirovic" userId="S::s.steff@elfak.rs::8e5fd681-8c51-422f-b483-aad843794d5d" providerId="AD" clId="Web-{1D9C3BDB-99A7-483D-AC48-7731E7A0B0CF}" dt="2026-06-24T12:06:57.599" v="880"/>
          <ac:spMkLst>
            <pc:docMk/>
            <pc:sldMk cId="2432778424" sldId="272"/>
            <ac:spMk id="7" creationId="{44FE6D87-DB9B-8AA7-7CEE-7F3719B90816}"/>
          </ac:spMkLst>
        </pc:spChg>
        <pc:picChg chg="del">
          <ac:chgData name="Stefan Stanimirovic" userId="S::s.steff@elfak.rs::8e5fd681-8c51-422f-b483-aad843794d5d" providerId="AD" clId="Web-{1D9C3BDB-99A7-483D-AC48-7731E7A0B0CF}" dt="2026-06-24T12:06:56.802" v="879"/>
          <ac:picMkLst>
            <pc:docMk/>
            <pc:sldMk cId="2432778424" sldId="272"/>
            <ac:picMk id="3" creationId="{DBEA22CE-EDC7-9A2B-EFD7-DE198115C209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06:54.020" v="876"/>
          <ac:picMkLst>
            <pc:docMk/>
            <pc:sldMk cId="2432778424" sldId="272"/>
            <ac:picMk id="5" creationId="{5898B2E0-E4F8-CF83-1645-CF1150A7256B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2:07:15.193" v="885" actId="1076"/>
          <ac:picMkLst>
            <pc:docMk/>
            <pc:sldMk cId="2432778424" sldId="272"/>
            <ac:picMk id="8" creationId="{801819C0-1BA0-E2D6-8A10-F808F785280C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06:56.255" v="878"/>
          <ac:picMkLst>
            <pc:docMk/>
            <pc:sldMk cId="2432778424" sldId="272"/>
            <ac:picMk id="10" creationId="{1644B835-16AA-879F-8C16-97764C02677A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10.140" v="49"/>
        <pc:sldMkLst>
          <pc:docMk/>
          <pc:sldMk cId="3016897779" sldId="272"/>
        </pc:sldMkLst>
      </pc:sldChg>
      <pc:sldChg chg="del">
        <pc:chgData name="Stefan Stanimirovic" userId="S::s.steff@elfak.rs::8e5fd681-8c51-422f-b483-aad843794d5d" providerId="AD" clId="Web-{1D9C3BDB-99A7-483D-AC48-7731E7A0B0CF}" dt="2026-06-24T11:00:10.983" v="50"/>
        <pc:sldMkLst>
          <pc:docMk/>
          <pc:sldMk cId="985632892" sldId="273"/>
        </pc:sldMkLst>
      </pc:sldChg>
      <pc:sldChg chg="addSp delSp modSp add replId">
        <pc:chgData name="Stefan Stanimirovic" userId="S::s.steff@elfak.rs::8e5fd681-8c51-422f-b483-aad843794d5d" providerId="AD" clId="Web-{1D9C3BDB-99A7-483D-AC48-7731E7A0B0CF}" dt="2026-06-24T12:10:09.902" v="915" actId="20577"/>
        <pc:sldMkLst>
          <pc:docMk/>
          <pc:sldMk cId="2996550750" sldId="273"/>
        </pc:sldMkLst>
        <pc:spChg chg="mod ord">
          <ac:chgData name="Stefan Stanimirovic" userId="S::s.steff@elfak.rs::8e5fd681-8c51-422f-b483-aad843794d5d" providerId="AD" clId="Web-{1D9C3BDB-99A7-483D-AC48-7731E7A0B0CF}" dt="2026-06-24T12:09:49.714" v="909" actId="1076"/>
          <ac:spMkLst>
            <pc:docMk/>
            <pc:sldMk cId="2996550750" sldId="273"/>
            <ac:spMk id="2" creationId="{D4EFB96E-3019-B0C3-B78B-712D68327689}"/>
          </ac:spMkLst>
        </pc:spChg>
        <pc:spChg chg="mod">
          <ac:chgData name="Stefan Stanimirovic" userId="S::s.steff@elfak.rs::8e5fd681-8c51-422f-b483-aad843794d5d" providerId="AD" clId="Web-{1D9C3BDB-99A7-483D-AC48-7731E7A0B0CF}" dt="2026-06-24T12:10:09.902" v="915" actId="20577"/>
          <ac:spMkLst>
            <pc:docMk/>
            <pc:sldMk cId="2996550750" sldId="273"/>
            <ac:spMk id="6" creationId="{F0988645-E276-B22C-4AB7-72ABB7BEE354}"/>
          </ac:spMkLst>
        </pc:spChg>
        <pc:spChg chg="add">
          <ac:chgData name="Stefan Stanimirovic" userId="S::s.steff@elfak.rs::8e5fd681-8c51-422f-b483-aad843794d5d" providerId="AD" clId="Web-{1D9C3BDB-99A7-483D-AC48-7731E7A0B0CF}" dt="2026-06-24T12:09:29.198" v="906"/>
          <ac:spMkLst>
            <pc:docMk/>
            <pc:sldMk cId="2996550750" sldId="273"/>
            <ac:spMk id="14" creationId="{5A42845B-CC95-4485-9D3A-D96B6EE0467D}"/>
          </ac:spMkLst>
        </pc:spChg>
        <pc:spChg chg="add">
          <ac:chgData name="Stefan Stanimirovic" userId="S::s.steff@elfak.rs::8e5fd681-8c51-422f-b483-aad843794d5d" providerId="AD" clId="Web-{1D9C3BDB-99A7-483D-AC48-7731E7A0B0CF}" dt="2026-06-24T12:09:29.198" v="906"/>
          <ac:spMkLst>
            <pc:docMk/>
            <pc:sldMk cId="2996550750" sldId="273"/>
            <ac:spMk id="16" creationId="{86637838-C48E-4126-9469-4A003CAAF5C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11.885" v="899"/>
          <ac:spMkLst>
            <pc:docMk/>
            <pc:sldMk cId="2996550750" sldId="273"/>
            <ac:spMk id="17" creationId="{5A42845B-CC95-4485-9D3A-D96B6EE0467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11.885" v="899"/>
          <ac:spMkLst>
            <pc:docMk/>
            <pc:sldMk cId="2996550750" sldId="273"/>
            <ac:spMk id="19" creationId="{86637838-C48E-4126-9469-4A003CAAF5CF}"/>
          </ac:spMkLst>
        </pc:spChg>
        <pc:spChg chg="add">
          <ac:chgData name="Stefan Stanimirovic" userId="S::s.steff@elfak.rs::8e5fd681-8c51-422f-b483-aad843794d5d" providerId="AD" clId="Web-{1D9C3BDB-99A7-483D-AC48-7731E7A0B0CF}" dt="2026-06-24T12:09:29.198" v="906"/>
          <ac:spMkLst>
            <pc:docMk/>
            <pc:sldMk cId="2996550750" sldId="273"/>
            <ac:spMk id="20" creationId="{6BA550FF-9F75-4157-B593-B02A13E74877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11.885" v="899"/>
          <ac:spMkLst>
            <pc:docMk/>
            <pc:sldMk cId="2996550750" sldId="273"/>
            <ac:spMk id="21" creationId="{610E786A-DD02-44AC-9218-565211732692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11.885" v="899"/>
          <ac:spMkLst>
            <pc:docMk/>
            <pc:sldMk cId="2996550750" sldId="273"/>
            <ac:spMk id="23" creationId="{AEABB181-BF29-4726-A569-41FB54271A30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11.885" v="899"/>
          <ac:spMkLst>
            <pc:docMk/>
            <pc:sldMk cId="2996550750" sldId="273"/>
            <ac:spMk id="25" creationId="{19A9E3A6-35E7-4115-89D6-D709B45B591A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11.885" v="899"/>
          <ac:spMkLst>
            <pc:docMk/>
            <pc:sldMk cId="2996550750" sldId="273"/>
            <ac:spMk id="27" creationId="{2AD62601-9D93-4783-B635-F799A354B580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8:44.993" v="894"/>
          <ac:spMkLst>
            <pc:docMk/>
            <pc:sldMk cId="2996550750" sldId="273"/>
            <ac:spMk id="38" creationId="{5A42845B-CC95-4485-9D3A-D96B6EE0467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8:44.993" v="894"/>
          <ac:spMkLst>
            <pc:docMk/>
            <pc:sldMk cId="2996550750" sldId="273"/>
            <ac:spMk id="40" creationId="{86637838-C48E-4126-9469-4A003CAAF5C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8:44.993" v="894"/>
          <ac:spMkLst>
            <pc:docMk/>
            <pc:sldMk cId="2996550750" sldId="273"/>
            <ac:spMk id="42" creationId="{C8816B4A-9985-4221-B335-55E5C2B3A253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8:44.993" v="894"/>
          <ac:spMkLst>
            <pc:docMk/>
            <pc:sldMk cId="2996550750" sldId="273"/>
            <ac:spMk id="46" creationId="{0FE3F238-E317-45E1-A695-E52F81B3CED6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8:44.993" v="894"/>
          <ac:spMkLst>
            <pc:docMk/>
            <pc:sldMk cId="2996550750" sldId="273"/>
            <ac:spMk id="50" creationId="{DC638BDB-3C5E-41EC-A0B1-79703C63343B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09.947" v="898"/>
          <ac:spMkLst>
            <pc:docMk/>
            <pc:sldMk cId="2996550750" sldId="273"/>
            <ac:spMk id="55" creationId="{5A42845B-CC95-4485-9D3A-D96B6EE0467D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09.947" v="898"/>
          <ac:spMkLst>
            <pc:docMk/>
            <pc:sldMk cId="2996550750" sldId="273"/>
            <ac:spMk id="56" creationId="{86637838-C48E-4126-9469-4A003CAAF5C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09.947" v="898"/>
          <ac:spMkLst>
            <pc:docMk/>
            <pc:sldMk cId="2996550750" sldId="273"/>
            <ac:spMk id="57" creationId="{610E786A-DD02-44AC-9218-565211732692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09.947" v="898"/>
          <ac:spMkLst>
            <pc:docMk/>
            <pc:sldMk cId="2996550750" sldId="273"/>
            <ac:spMk id="58" creationId="{AEABB181-BF29-4726-A569-41FB54271A30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09.947" v="898"/>
          <ac:spMkLst>
            <pc:docMk/>
            <pc:sldMk cId="2996550750" sldId="273"/>
            <ac:spMk id="59" creationId="{19A9E3A6-35E7-4115-89D6-D709B45B591A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09:09.947" v="898"/>
          <ac:spMkLst>
            <pc:docMk/>
            <pc:sldMk cId="2996550750" sldId="273"/>
            <ac:spMk id="60" creationId="{2AD62601-9D93-4783-B635-F799A354B580}"/>
          </ac:spMkLst>
        </pc:spChg>
        <pc:picChg chg="add del mod ord">
          <ac:chgData name="Stefan Stanimirovic" userId="S::s.steff@elfak.rs::8e5fd681-8c51-422f-b483-aad843794d5d" providerId="AD" clId="Web-{1D9C3BDB-99A7-483D-AC48-7731E7A0B0CF}" dt="2026-06-24T12:09:12.697" v="900"/>
          <ac:picMkLst>
            <pc:docMk/>
            <pc:sldMk cId="2996550750" sldId="273"/>
            <ac:picMk id="3" creationId="{C88990DA-7488-71E0-768D-4C23715FA4A4}"/>
          </ac:picMkLst>
        </pc:picChg>
        <pc:picChg chg="add mod modCrop">
          <ac:chgData name="Stefan Stanimirovic" userId="S::s.steff@elfak.rs::8e5fd681-8c51-422f-b483-aad843794d5d" providerId="AD" clId="Web-{1D9C3BDB-99A7-483D-AC48-7731E7A0B0CF}" dt="2026-06-24T12:09:29.198" v="906"/>
          <ac:picMkLst>
            <pc:docMk/>
            <pc:sldMk cId="2996550750" sldId="273"/>
            <ac:picMk id="4" creationId="{C251BD1D-B968-ABED-7E70-768E01E8B87B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2:09:16.260" v="902"/>
          <ac:picMkLst>
            <pc:docMk/>
            <pc:sldMk cId="2996550750" sldId="273"/>
            <ac:picMk id="8" creationId="{DBD44D53-B1D0-2BE3-F891-2AF55AD80B70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9:29.198" v="906"/>
          <ac:picMkLst>
            <pc:docMk/>
            <pc:sldMk cId="2996550750" sldId="273"/>
            <ac:picMk id="9" creationId="{109C3D3C-5E00-40BE-B0F8-64783FF19E09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9:29.198" v="906"/>
          <ac:picMkLst>
            <pc:docMk/>
            <pc:sldMk cId="2996550750" sldId="273"/>
            <ac:picMk id="10" creationId="{C717EFAC-8EE6-49FB-ABD6-B079F6FEE1B8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9:29.198" v="906"/>
          <ac:picMkLst>
            <pc:docMk/>
            <pc:sldMk cId="2996550750" sldId="273"/>
            <ac:picMk id="12" creationId="{A0ECCF49-019C-491E-8A0B-828E9FA65002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2:09:11.885" v="899"/>
          <ac:picMkLst>
            <pc:docMk/>
            <pc:sldMk cId="2996550750" sldId="273"/>
            <ac:picMk id="13" creationId="{C717EFAC-8EE6-49FB-ABD6-B079F6FEE1B8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09:29.198" v="906"/>
          <ac:picMkLst>
            <pc:docMk/>
            <pc:sldMk cId="2996550750" sldId="273"/>
            <ac:picMk id="18" creationId="{35AB9AD5-8AF5-44F3-90EE-BE52047166FD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11.421" v="51"/>
        <pc:sldMkLst>
          <pc:docMk/>
          <pc:sldMk cId="1753877826" sldId="274"/>
        </pc:sldMkLst>
      </pc:sldChg>
      <pc:sldChg chg="addSp delSp modSp add ord replId">
        <pc:chgData name="Stefan Stanimirovic" userId="S::s.steff@elfak.rs::8e5fd681-8c51-422f-b483-aad843794d5d" providerId="AD" clId="Web-{1D9C3BDB-99A7-483D-AC48-7731E7A0B0CF}" dt="2026-06-24T12:20:19.847" v="1019" actId="20577"/>
        <pc:sldMkLst>
          <pc:docMk/>
          <pc:sldMk cId="3487068619" sldId="274"/>
        </pc:sldMkLst>
        <pc:spChg chg="mod">
          <ac:chgData name="Stefan Stanimirovic" userId="S::s.steff@elfak.rs::8e5fd681-8c51-422f-b483-aad843794d5d" providerId="AD" clId="Web-{1D9C3BDB-99A7-483D-AC48-7731E7A0B0CF}" dt="2026-06-24T12:20:19.847" v="1019" actId="20577"/>
          <ac:spMkLst>
            <pc:docMk/>
            <pc:sldMk cId="3487068619" sldId="274"/>
            <ac:spMk id="2" creationId="{5279F388-6A3A-8D0B-66B3-4A61DF0BBE4C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13:03.784" v="959" actId="1076"/>
          <ac:spMkLst>
            <pc:docMk/>
            <pc:sldMk cId="3487068619" sldId="274"/>
            <ac:spMk id="4" creationId="{F4F3CBB9-12E8-AF32-3BE8-C67CD8539C3F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12:54.861" v="956" actId="20577"/>
          <ac:spMkLst>
            <pc:docMk/>
            <pc:sldMk cId="3487068619" sldId="274"/>
            <ac:spMk id="5" creationId="{8E917A4F-0A30-56C6-37AD-A17BEA08473F}"/>
          </ac:spMkLst>
        </pc:spChg>
        <pc:spChg chg="del mod">
          <ac:chgData name="Stefan Stanimirovic" userId="S::s.steff@elfak.rs::8e5fd681-8c51-422f-b483-aad843794d5d" providerId="AD" clId="Web-{1D9C3BDB-99A7-483D-AC48-7731E7A0B0CF}" dt="2026-06-24T12:12:49.908" v="954"/>
          <ac:spMkLst>
            <pc:docMk/>
            <pc:sldMk cId="3487068619" sldId="274"/>
            <ac:spMk id="6" creationId="{71C496C8-4AB8-6389-C3DA-ED3007448DBB}"/>
          </ac:spMkLst>
        </pc:spChg>
        <pc:picChg chg="add mod">
          <ac:chgData name="Stefan Stanimirovic" userId="S::s.steff@elfak.rs::8e5fd681-8c51-422f-b483-aad843794d5d" providerId="AD" clId="Web-{1D9C3BDB-99A7-483D-AC48-7731E7A0B0CF}" dt="2026-06-24T12:11:47.953" v="939" actId="1076"/>
          <ac:picMkLst>
            <pc:docMk/>
            <pc:sldMk cId="3487068619" sldId="274"/>
            <ac:picMk id="3" creationId="{82C39FCE-2540-E0E8-E157-049B5B59FC96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2:13:01.768" v="958" actId="1076"/>
          <ac:picMkLst>
            <pc:docMk/>
            <pc:sldMk cId="3487068619" sldId="274"/>
            <ac:picMk id="7" creationId="{D2DC42B6-DEBD-7A72-F0F2-205CA8A7759D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11:44.796" v="937"/>
          <ac:picMkLst>
            <pc:docMk/>
            <pc:sldMk cId="3487068619" sldId="274"/>
            <ac:picMk id="8" creationId="{213566DF-3B83-631C-29FF-DD607DC1C053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11.968" v="52"/>
        <pc:sldMkLst>
          <pc:docMk/>
          <pc:sldMk cId="2205593075" sldId="275"/>
        </pc:sldMkLst>
      </pc:sldChg>
      <pc:sldChg chg="addSp delSp modSp add replId">
        <pc:chgData name="Stefan Stanimirovic" userId="S::s.steff@elfak.rs::8e5fd681-8c51-422f-b483-aad843794d5d" providerId="AD" clId="Web-{1D9C3BDB-99A7-483D-AC48-7731E7A0B0CF}" dt="2026-06-24T12:21:34.130" v="1028"/>
        <pc:sldMkLst>
          <pc:docMk/>
          <pc:sldMk cId="3058539867" sldId="275"/>
        </pc:sldMkLst>
        <pc:spChg chg="del mod">
          <ac:chgData name="Stefan Stanimirovic" userId="S::s.steff@elfak.rs::8e5fd681-8c51-422f-b483-aad843794d5d" providerId="AD" clId="Web-{1D9C3BDB-99A7-483D-AC48-7731E7A0B0CF}" dt="2026-06-24T12:21:23.849" v="1026"/>
          <ac:spMkLst>
            <pc:docMk/>
            <pc:sldMk cId="3058539867" sldId="275"/>
            <ac:spMk id="2" creationId="{1A747C33-905E-5F4E-EE02-9BEC8E8E7A4A}"/>
          </ac:spMkLst>
        </pc:spChg>
        <pc:spChg chg="del">
          <ac:chgData name="Stefan Stanimirovic" userId="S::s.steff@elfak.rs::8e5fd681-8c51-422f-b483-aad843794d5d" providerId="AD" clId="Web-{1D9C3BDB-99A7-483D-AC48-7731E7A0B0CF}" dt="2026-06-24T12:16:11.494" v="964"/>
          <ac:spMkLst>
            <pc:docMk/>
            <pc:sldMk cId="3058539867" sldId="275"/>
            <ac:spMk id="4" creationId="{A6C5FDB7-D34C-91B2-A7B3-10EC2896410A}"/>
          </ac:spMkLst>
        </pc:spChg>
        <pc:spChg chg="mod">
          <ac:chgData name="Stefan Stanimirovic" userId="S::s.steff@elfak.rs::8e5fd681-8c51-422f-b483-aad843794d5d" providerId="AD" clId="Web-{1D9C3BDB-99A7-483D-AC48-7731E7A0B0CF}" dt="2026-06-24T12:19:36.782" v="1000" actId="20577"/>
          <ac:spMkLst>
            <pc:docMk/>
            <pc:sldMk cId="3058539867" sldId="275"/>
            <ac:spMk id="5" creationId="{CDD166C3-536C-524C-B7E1-FC59545A5217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2:21:31.021" v="1027"/>
          <ac:spMkLst>
            <pc:docMk/>
            <pc:sldMk cId="3058539867" sldId="275"/>
            <ac:spMk id="9" creationId="{57528D60-5787-111D-7FC2-4EDA895B8EE3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21:34.130" v="1028"/>
          <ac:spMkLst>
            <pc:docMk/>
            <pc:sldMk cId="3058539867" sldId="275"/>
            <ac:spMk id="11" creationId="{5FBC4378-3E19-DB43-2DC6-B51E6A1C1DC2}"/>
          </ac:spMkLst>
        </pc:spChg>
        <pc:picChg chg="del">
          <ac:chgData name="Stefan Stanimirovic" userId="S::s.steff@elfak.rs::8e5fd681-8c51-422f-b483-aad843794d5d" providerId="AD" clId="Web-{1D9C3BDB-99A7-483D-AC48-7731E7A0B0CF}" dt="2026-06-24T12:16:10.244" v="963"/>
          <ac:picMkLst>
            <pc:docMk/>
            <pc:sldMk cId="3058539867" sldId="275"/>
            <ac:picMk id="3" creationId="{220C848B-1167-790F-F617-8F724FC4728C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2:17:01.261" v="973"/>
          <ac:picMkLst>
            <pc:docMk/>
            <pc:sldMk cId="3058539867" sldId="275"/>
            <ac:picMk id="6" creationId="{1E365F79-E4B3-EE17-6A3E-98669571468A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16:09.212" v="962"/>
          <ac:picMkLst>
            <pc:docMk/>
            <pc:sldMk cId="3058539867" sldId="275"/>
            <ac:picMk id="7" creationId="{0AB1BA74-FD4F-1F51-1D99-F5EC59E27D2A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12.343" v="53"/>
        <pc:sldMkLst>
          <pc:docMk/>
          <pc:sldMk cId="3638341083" sldId="276"/>
        </pc:sldMkLst>
      </pc:sldChg>
      <pc:sldChg chg="addSp delSp modSp add replId">
        <pc:chgData name="Stefan Stanimirovic" userId="S::s.steff@elfak.rs::8e5fd681-8c51-422f-b483-aad843794d5d" providerId="AD" clId="Web-{1D9C3BDB-99A7-483D-AC48-7731E7A0B0CF}" dt="2026-06-24T12:21:50.178" v="1033"/>
        <pc:sldMkLst>
          <pc:docMk/>
          <pc:sldMk cId="4102219450" sldId="276"/>
        </pc:sldMkLst>
        <pc:spChg chg="del">
          <ac:chgData name="Stefan Stanimirovic" userId="S::s.steff@elfak.rs::8e5fd681-8c51-422f-b483-aad843794d5d" providerId="AD" clId="Web-{1D9C3BDB-99A7-483D-AC48-7731E7A0B0CF}" dt="2026-06-24T12:21:40.021" v="1029"/>
          <ac:spMkLst>
            <pc:docMk/>
            <pc:sldMk cId="4102219450" sldId="276"/>
            <ac:spMk id="2" creationId="{68202980-B276-911B-5F0A-E3996F812679}"/>
          </ac:spMkLst>
        </pc:spChg>
        <pc:spChg chg="mod">
          <ac:chgData name="Stefan Stanimirovic" userId="S::s.steff@elfak.rs::8e5fd681-8c51-422f-b483-aad843794d5d" providerId="AD" clId="Web-{1D9C3BDB-99A7-483D-AC48-7731E7A0B0CF}" dt="2026-06-24T12:19:30.517" v="999" actId="20577"/>
          <ac:spMkLst>
            <pc:docMk/>
            <pc:sldMk cId="4102219450" sldId="276"/>
            <ac:spMk id="5" creationId="{C53BECA5-87CE-6E7A-6CAC-55979C1EFB85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2:21:47.647" v="1032"/>
          <ac:spMkLst>
            <pc:docMk/>
            <pc:sldMk cId="4102219450" sldId="276"/>
            <ac:spMk id="7" creationId="{0DCC1B48-23C8-55A6-0413-3D97F9A47045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21:43.803" v="1031"/>
          <ac:spMkLst>
            <pc:docMk/>
            <pc:sldMk cId="4102219450" sldId="276"/>
            <ac:spMk id="9" creationId="{6451D8B9-D0FD-443D-F04A-DC383AC52F4B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21:50.178" v="1033"/>
          <ac:spMkLst>
            <pc:docMk/>
            <pc:sldMk cId="4102219450" sldId="276"/>
            <ac:spMk id="11" creationId="{6DAD694F-57AD-5762-CD01-649B268771F3}"/>
          </ac:spMkLst>
        </pc:spChg>
        <pc:picChg chg="add mod">
          <ac:chgData name="Stefan Stanimirovic" userId="S::s.steff@elfak.rs::8e5fd681-8c51-422f-b483-aad843794d5d" providerId="AD" clId="Web-{1D9C3BDB-99A7-483D-AC48-7731E7A0B0CF}" dt="2026-06-24T12:17:29.403" v="979"/>
          <ac:picMkLst>
            <pc:docMk/>
            <pc:sldMk cId="4102219450" sldId="276"/>
            <ac:picMk id="3" creationId="{08666060-2467-2BCA-5621-432A97E0603F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17:04.386" v="974"/>
          <ac:picMkLst>
            <pc:docMk/>
            <pc:sldMk cId="4102219450" sldId="276"/>
            <ac:picMk id="6" creationId="{E8C73FAD-99C3-2FCB-E996-67AB875BBF51}"/>
          </ac:picMkLst>
        </pc:picChg>
      </pc:sldChg>
      <pc:sldChg chg="del">
        <pc:chgData name="Stefan Stanimirovic" userId="S::s.steff@elfak.rs::8e5fd681-8c51-422f-b483-aad843794d5d" providerId="AD" clId="Web-{1D9C3BDB-99A7-483D-AC48-7731E7A0B0CF}" dt="2026-06-24T11:00:08.687" v="46"/>
        <pc:sldMkLst>
          <pc:docMk/>
          <pc:sldMk cId="1822346038" sldId="277"/>
        </pc:sldMkLst>
      </pc:sldChg>
      <pc:sldChg chg="addSp delSp modSp add replId">
        <pc:chgData name="Stefan Stanimirovic" userId="S::s.steff@elfak.rs::8e5fd681-8c51-422f-b483-aad843794d5d" providerId="AD" clId="Web-{1D9C3BDB-99A7-483D-AC48-7731E7A0B0CF}" dt="2026-06-24T12:21:59.960" v="1036"/>
        <pc:sldMkLst>
          <pc:docMk/>
          <pc:sldMk cId="2931191998" sldId="277"/>
        </pc:sldMkLst>
        <pc:spChg chg="del">
          <ac:chgData name="Stefan Stanimirovic" userId="S::s.steff@elfak.rs::8e5fd681-8c51-422f-b483-aad843794d5d" providerId="AD" clId="Web-{1D9C3BDB-99A7-483D-AC48-7731E7A0B0CF}" dt="2026-06-24T12:21:54.491" v="1034"/>
          <ac:spMkLst>
            <pc:docMk/>
            <pc:sldMk cId="2931191998" sldId="277"/>
            <ac:spMk id="2" creationId="{AF367602-5447-6BE2-052B-4F0C01ADF1EA}"/>
          </ac:spMkLst>
        </pc:spChg>
        <pc:spChg chg="mod">
          <ac:chgData name="Stefan Stanimirovic" userId="S::s.steff@elfak.rs::8e5fd681-8c51-422f-b483-aad843794d5d" providerId="AD" clId="Web-{1D9C3BDB-99A7-483D-AC48-7731E7A0B0CF}" dt="2026-06-24T12:19:40.954" v="1002" actId="20577"/>
          <ac:spMkLst>
            <pc:docMk/>
            <pc:sldMk cId="2931191998" sldId="277"/>
            <ac:spMk id="5" creationId="{ED303F3C-A28D-17F8-D811-3098A54CE6D2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2:21:57.381" v="1035"/>
          <ac:spMkLst>
            <pc:docMk/>
            <pc:sldMk cId="2931191998" sldId="277"/>
            <ac:spMk id="7" creationId="{68889676-4C8D-44F3-27EE-8EBE26432339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21:59.960" v="1036"/>
          <ac:spMkLst>
            <pc:docMk/>
            <pc:sldMk cId="2931191998" sldId="277"/>
            <ac:spMk id="9" creationId="{1BF363AC-75D4-95F0-779B-63877CC4010F}"/>
          </ac:spMkLst>
        </pc:spChg>
        <pc:picChg chg="del">
          <ac:chgData name="Stefan Stanimirovic" userId="S::s.steff@elfak.rs::8e5fd681-8c51-422f-b483-aad843794d5d" providerId="AD" clId="Web-{1D9C3BDB-99A7-483D-AC48-7731E7A0B0CF}" dt="2026-06-24T12:18:39.921" v="987"/>
          <ac:picMkLst>
            <pc:docMk/>
            <pc:sldMk cId="2931191998" sldId="277"/>
            <ac:picMk id="3" creationId="{8F579F4D-8296-6686-77DD-2B6D899EAB54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2:18:49.671" v="989" actId="1076"/>
          <ac:picMkLst>
            <pc:docMk/>
            <pc:sldMk cId="2931191998" sldId="277"/>
            <ac:picMk id="4" creationId="{8700DCC6-9066-E685-0FCD-158D150CE94D}"/>
          </ac:picMkLst>
        </pc:picChg>
      </pc:sldChg>
      <pc:sldChg chg="addSp delSp modSp add replId">
        <pc:chgData name="Stefan Stanimirovic" userId="S::s.steff@elfak.rs::8e5fd681-8c51-422f-b483-aad843794d5d" providerId="AD" clId="Web-{1D9C3BDB-99A7-483D-AC48-7731E7A0B0CF}" dt="2026-06-24T12:35:13.817" v="1177"/>
        <pc:sldMkLst>
          <pc:docMk/>
          <pc:sldMk cId="4188942863" sldId="278"/>
        </pc:sldMkLst>
        <pc:spChg chg="add mod">
          <ac:chgData name="Stefan Stanimirovic" userId="S::s.steff@elfak.rs::8e5fd681-8c51-422f-b483-aad843794d5d" providerId="AD" clId="Web-{1D9C3BDB-99A7-483D-AC48-7731E7A0B0CF}" dt="2026-06-24T12:33:25.360" v="1157" actId="1076"/>
          <ac:spMkLst>
            <pc:docMk/>
            <pc:sldMk cId="4188942863" sldId="278"/>
            <ac:spMk id="2" creationId="{D6093AA1-1C28-E9C6-4011-73B588CD64D7}"/>
          </ac:spMkLst>
        </pc:spChg>
        <pc:spChg chg="del">
          <ac:chgData name="Stefan Stanimirovic" userId="S::s.steff@elfak.rs::8e5fd681-8c51-422f-b483-aad843794d5d" providerId="AD" clId="Web-{1D9C3BDB-99A7-483D-AC48-7731E7A0B0CF}" dt="2026-06-24T12:22:54.274" v="1041"/>
          <ac:spMkLst>
            <pc:docMk/>
            <pc:sldMk cId="4188942863" sldId="278"/>
            <ac:spMk id="5" creationId="{AFF19D91-1CAD-CDC8-50B6-D6EA3C349762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2:35:13.082" v="1176"/>
          <ac:spMkLst>
            <pc:docMk/>
            <pc:sldMk cId="4188942863" sldId="278"/>
            <ac:spMk id="7" creationId="{32492A01-1EAF-5D45-DDF6-FD43862F539D}"/>
          </ac:spMkLst>
        </pc:spChg>
        <pc:spChg chg="mod">
          <ac:chgData name="Stefan Stanimirovic" userId="S::s.steff@elfak.rs::8e5fd681-8c51-422f-b483-aad843794d5d" providerId="AD" clId="Web-{1D9C3BDB-99A7-483D-AC48-7731E7A0B0CF}" dt="2026-06-24T12:22:51.790" v="1039" actId="20577"/>
          <ac:spMkLst>
            <pc:docMk/>
            <pc:sldMk cId="4188942863" sldId="278"/>
            <ac:spMk id="9" creationId="{2EFBEC00-044D-F77C-6B32-319DC2293B9F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2:23:51.854" v="1058"/>
          <ac:spMkLst>
            <pc:docMk/>
            <pc:sldMk cId="4188942863" sldId="278"/>
            <ac:spMk id="10" creationId="{E40D84B3-AEED-1496-E8A9-4489825CD89B}"/>
          </ac:spMkLst>
        </pc:spChg>
        <pc:spChg chg="add del mod">
          <ac:chgData name="Stefan Stanimirovic" userId="S::s.steff@elfak.rs::8e5fd681-8c51-422f-b483-aad843794d5d" providerId="AD" clId="Web-{1D9C3BDB-99A7-483D-AC48-7731E7A0B0CF}" dt="2026-06-24T12:33:06.328" v="1148"/>
          <ac:spMkLst>
            <pc:docMk/>
            <pc:sldMk cId="4188942863" sldId="278"/>
            <ac:spMk id="11" creationId="{E40D84B3-AEED-1496-E8A9-4489825CD89B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33:16.953" v="1153" actId="1076"/>
          <ac:spMkLst>
            <pc:docMk/>
            <pc:sldMk cId="4188942863" sldId="278"/>
            <ac:spMk id="13" creationId="{FD7EEC3E-F3E3-D127-7DE3-BDE613D74DBA}"/>
          </ac:spMkLst>
        </pc:spChg>
        <pc:picChg chg="add mod">
          <ac:chgData name="Stefan Stanimirovic" userId="S::s.steff@elfak.rs::8e5fd681-8c51-422f-b483-aad843794d5d" providerId="AD" clId="Web-{1D9C3BDB-99A7-483D-AC48-7731E7A0B0CF}" dt="2026-06-24T12:33:37.829" v="1160" actId="1076"/>
          <ac:picMkLst>
            <pc:docMk/>
            <pc:sldMk cId="4188942863" sldId="278"/>
            <ac:picMk id="3" creationId="{A995BC6C-E9F7-0618-226E-DFA83A01E48A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22:52.618" v="1040"/>
          <ac:picMkLst>
            <pc:docMk/>
            <pc:sldMk cId="4188942863" sldId="278"/>
            <ac:picMk id="4" creationId="{787BA8DA-B38C-20F6-B570-9FF67945D981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2:23:18.619" v="1049"/>
          <ac:picMkLst>
            <pc:docMk/>
            <pc:sldMk cId="4188942863" sldId="278"/>
            <ac:picMk id="6" creationId="{71589127-F968-2946-07EC-EB0AEC6447C9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2:35:13.817" v="1177"/>
          <ac:picMkLst>
            <pc:docMk/>
            <pc:sldMk cId="4188942863" sldId="278"/>
            <ac:picMk id="8" creationId="{8B3BD2E4-A5DD-139E-368E-10747E7212EF}"/>
          </ac:picMkLst>
        </pc:picChg>
        <pc:picChg chg="add del mod">
          <ac:chgData name="Stefan Stanimirovic" userId="S::s.steff@elfak.rs::8e5fd681-8c51-422f-b483-aad843794d5d" providerId="AD" clId="Web-{1D9C3BDB-99A7-483D-AC48-7731E7A0B0CF}" dt="2026-06-24T12:24:08.183" v="1065"/>
          <ac:picMkLst>
            <pc:docMk/>
            <pc:sldMk cId="4188942863" sldId="278"/>
            <ac:picMk id="12" creationId="{2DE9F12F-B8E3-50A3-44E6-806F2006467C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2:33:39.423" v="1161" actId="1076"/>
          <ac:picMkLst>
            <pc:docMk/>
            <pc:sldMk cId="4188942863" sldId="278"/>
            <ac:picMk id="14" creationId="{C5225DCF-8FD7-1021-F698-A90592930012}"/>
          </ac:picMkLst>
        </pc:picChg>
      </pc:sldChg>
      <pc:sldChg chg="addSp delSp modSp add replId">
        <pc:chgData name="Stefan Stanimirovic" userId="S::s.steff@elfak.rs::8e5fd681-8c51-422f-b483-aad843794d5d" providerId="AD" clId="Web-{1D9C3BDB-99A7-483D-AC48-7731E7A0B0CF}" dt="2026-06-24T12:25:31.748" v="1094" actId="20577"/>
        <pc:sldMkLst>
          <pc:docMk/>
          <pc:sldMk cId="3170217429" sldId="279"/>
        </pc:sldMkLst>
        <pc:spChg chg="del">
          <ac:chgData name="Stefan Stanimirovic" userId="S::s.steff@elfak.rs::8e5fd681-8c51-422f-b483-aad843794d5d" providerId="AD" clId="Web-{1D9C3BDB-99A7-483D-AC48-7731E7A0B0CF}" dt="2026-06-24T12:24:19.074" v="1070"/>
          <ac:spMkLst>
            <pc:docMk/>
            <pc:sldMk cId="3170217429" sldId="279"/>
            <ac:spMk id="2" creationId="{46F5B5AC-572C-DD66-558F-BCF8DC68C590}"/>
          </ac:spMkLst>
        </pc:spChg>
        <pc:spChg chg="del">
          <ac:chgData name="Stefan Stanimirovic" userId="S::s.steff@elfak.rs::8e5fd681-8c51-422f-b483-aad843794d5d" providerId="AD" clId="Web-{1D9C3BDB-99A7-483D-AC48-7731E7A0B0CF}" dt="2026-06-24T12:24:15.355" v="1067"/>
          <ac:spMkLst>
            <pc:docMk/>
            <pc:sldMk cId="3170217429" sldId="279"/>
            <ac:spMk id="7" creationId="{9CC7C105-3ABC-6C45-5611-AAE8AEBCEA6B}"/>
          </ac:spMkLst>
        </pc:spChg>
        <pc:spChg chg="mod ord">
          <ac:chgData name="Stefan Stanimirovic" userId="S::s.steff@elfak.rs::8e5fd681-8c51-422f-b483-aad843794d5d" providerId="AD" clId="Web-{1D9C3BDB-99A7-483D-AC48-7731E7A0B0CF}" dt="2026-06-24T12:25:01.966" v="1084"/>
          <ac:spMkLst>
            <pc:docMk/>
            <pc:sldMk cId="3170217429" sldId="279"/>
            <ac:spMk id="9" creationId="{9479D676-7753-5040-BC22-491E2599BA31}"/>
          </ac:spMkLst>
        </pc:spChg>
        <pc:spChg chg="mod">
          <ac:chgData name="Stefan Stanimirovic" userId="S::s.steff@elfak.rs::8e5fd681-8c51-422f-b483-aad843794d5d" providerId="AD" clId="Web-{1D9C3BDB-99A7-483D-AC48-7731E7A0B0CF}" dt="2026-06-24T12:25:31.748" v="1094" actId="20577"/>
          <ac:spMkLst>
            <pc:docMk/>
            <pc:sldMk cId="3170217429" sldId="279"/>
            <ac:spMk id="11" creationId="{E32DCA34-545C-D5FD-0530-B45A60B19B8E}"/>
          </ac:spMkLst>
        </pc:spChg>
        <pc:spChg chg="add">
          <ac:chgData name="Stefan Stanimirovic" userId="S::s.steff@elfak.rs::8e5fd681-8c51-422f-b483-aad843794d5d" providerId="AD" clId="Web-{1D9C3BDB-99A7-483D-AC48-7731E7A0B0CF}" dt="2026-06-24T12:25:01.966" v="1084"/>
          <ac:spMkLst>
            <pc:docMk/>
            <pc:sldMk cId="3170217429" sldId="279"/>
            <ac:spMk id="14" creationId="{41112081-DA8A-4C6A-9A72-C8A3F5BAB8AF}"/>
          </ac:spMkLst>
        </pc:spChg>
        <pc:spChg chg="add del">
          <ac:chgData name="Stefan Stanimirovic" userId="S::s.steff@elfak.rs::8e5fd681-8c51-422f-b483-aad843794d5d" providerId="AD" clId="Web-{1D9C3BDB-99A7-483D-AC48-7731E7A0B0CF}" dt="2026-06-24T12:24:50.544" v="1082"/>
          <ac:spMkLst>
            <pc:docMk/>
            <pc:sldMk cId="3170217429" sldId="279"/>
            <ac:spMk id="20" creationId="{011BF1CF-8959-4DFB-9A02-7E686D512DA9}"/>
          </ac:spMkLst>
        </pc:spChg>
        <pc:grpChg chg="add">
          <ac:chgData name="Stefan Stanimirovic" userId="S::s.steff@elfak.rs::8e5fd681-8c51-422f-b483-aad843794d5d" providerId="AD" clId="Web-{1D9C3BDB-99A7-483D-AC48-7731E7A0B0CF}" dt="2026-06-24T12:25:01.966" v="1084"/>
          <ac:grpSpMkLst>
            <pc:docMk/>
            <pc:sldMk cId="3170217429" sldId="279"/>
            <ac:grpSpMk id="13" creationId="{75736838-D5E9-4567-9B65-9C15C33781E2}"/>
          </ac:grpSpMkLst>
        </pc:grpChg>
        <pc:grpChg chg="add del">
          <ac:chgData name="Stefan Stanimirovic" userId="S::s.steff@elfak.rs::8e5fd681-8c51-422f-b483-aad843794d5d" providerId="AD" clId="Web-{1D9C3BDB-99A7-483D-AC48-7731E7A0B0CF}" dt="2026-06-24T12:24:50.544" v="1082"/>
          <ac:grpSpMkLst>
            <pc:docMk/>
            <pc:sldMk cId="3170217429" sldId="279"/>
            <ac:grpSpMk id="16" creationId="{CA743592-A693-4947-8B39-B51AF9B26B63}"/>
          </ac:grpSpMkLst>
        </pc:grpChg>
        <pc:picChg chg="del">
          <ac:chgData name="Stefan Stanimirovic" userId="S::s.steff@elfak.rs::8e5fd681-8c51-422f-b483-aad843794d5d" providerId="AD" clId="Web-{1D9C3BDB-99A7-483D-AC48-7731E7A0B0CF}" dt="2026-06-24T12:24:16.730" v="1069"/>
          <ac:picMkLst>
            <pc:docMk/>
            <pc:sldMk cId="3170217429" sldId="279"/>
            <ac:picMk id="3" creationId="{B3AB6C82-45E9-8F5A-F2A1-A51477CEC3B2}"/>
          </ac:picMkLst>
        </pc:picChg>
        <pc:picChg chg="add del mod ord modCrop">
          <ac:chgData name="Stefan Stanimirovic" userId="S::s.steff@elfak.rs::8e5fd681-8c51-422f-b483-aad843794d5d" providerId="AD" clId="Web-{1D9C3BDB-99A7-483D-AC48-7731E7A0B0CF}" dt="2026-06-24T12:25:14.545" v="1087"/>
          <ac:picMkLst>
            <pc:docMk/>
            <pc:sldMk cId="3170217429" sldId="279"/>
            <ac:picMk id="4" creationId="{66E159DC-67DF-D51A-A031-2B3B45D80C3F}"/>
          </ac:picMkLst>
        </pc:picChg>
        <pc:picChg chg="add mod modCrop">
          <ac:chgData name="Stefan Stanimirovic" userId="S::s.steff@elfak.rs::8e5fd681-8c51-422f-b483-aad843794d5d" providerId="AD" clId="Web-{1D9C3BDB-99A7-483D-AC48-7731E7A0B0CF}" dt="2026-06-24T12:25:21.732" v="1092" actId="1076"/>
          <ac:picMkLst>
            <pc:docMk/>
            <pc:sldMk cId="3170217429" sldId="279"/>
            <ac:picMk id="5" creationId="{12D94D92-A22E-63FC-AD7C-3905169A4224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24:16.168" v="1068"/>
          <ac:picMkLst>
            <pc:docMk/>
            <pc:sldMk cId="3170217429" sldId="279"/>
            <ac:picMk id="8" creationId="{BAD2D710-6CEE-81EB-2FEB-BCCB13525BF0}"/>
          </ac:picMkLst>
        </pc:picChg>
        <pc:picChg chg="add">
          <ac:chgData name="Stefan Stanimirovic" userId="S::s.steff@elfak.rs::8e5fd681-8c51-422f-b483-aad843794d5d" providerId="AD" clId="Web-{1D9C3BDB-99A7-483D-AC48-7731E7A0B0CF}" dt="2026-06-24T12:25:01.966" v="1084"/>
          <ac:picMkLst>
            <pc:docMk/>
            <pc:sldMk cId="3170217429" sldId="279"/>
            <ac:picMk id="15" creationId="{540D8A0F-AC3D-465E-88F5-CB7C7CF10E76}"/>
          </ac:picMkLst>
        </pc:picChg>
        <pc:picChg chg="add del">
          <ac:chgData name="Stefan Stanimirovic" userId="S::s.steff@elfak.rs::8e5fd681-8c51-422f-b483-aad843794d5d" providerId="AD" clId="Web-{1D9C3BDB-99A7-483D-AC48-7731E7A0B0CF}" dt="2026-06-24T12:24:50.544" v="1082"/>
          <ac:picMkLst>
            <pc:docMk/>
            <pc:sldMk cId="3170217429" sldId="279"/>
            <ac:picMk id="22" creationId="{C614D39E-6EA9-4C3C-9997-993268449EE1}"/>
          </ac:picMkLst>
        </pc:picChg>
      </pc:sldChg>
      <pc:sldChg chg="addSp delSp modSp add replId">
        <pc:chgData name="Stefan Stanimirovic" userId="S::s.steff@elfak.rs::8e5fd681-8c51-422f-b483-aad843794d5d" providerId="AD" clId="Web-{1D9C3BDB-99A7-483D-AC48-7731E7A0B0CF}" dt="2026-06-24T12:30:09.040" v="1147" actId="1076"/>
        <pc:sldMkLst>
          <pc:docMk/>
          <pc:sldMk cId="27961904" sldId="280"/>
        </pc:sldMkLst>
        <pc:spChg chg="mod">
          <ac:chgData name="Stefan Stanimirovic" userId="S::s.steff@elfak.rs::8e5fd681-8c51-422f-b483-aad843794d5d" providerId="AD" clId="Web-{1D9C3BDB-99A7-483D-AC48-7731E7A0B0CF}" dt="2026-06-24T12:27:55.551" v="1114" actId="20577"/>
          <ac:spMkLst>
            <pc:docMk/>
            <pc:sldMk cId="27961904" sldId="280"/>
            <ac:spMk id="2" creationId="{21F8B065-6026-4EA7-7FCA-2840C2DD1A5B}"/>
          </ac:spMkLst>
        </pc:spChg>
        <pc:spChg chg="mod">
          <ac:chgData name="Stefan Stanimirovic" userId="S::s.steff@elfak.rs::8e5fd681-8c51-422f-b483-aad843794d5d" providerId="AD" clId="Web-{1D9C3BDB-99A7-483D-AC48-7731E7A0B0CF}" dt="2026-06-24T12:29:52.117" v="1140" actId="1076"/>
          <ac:spMkLst>
            <pc:docMk/>
            <pc:sldMk cId="27961904" sldId="280"/>
            <ac:spMk id="4" creationId="{9E7FCAB1-E630-D5CE-1B3D-FAB399A915D7}"/>
          </ac:spMkLst>
        </pc:spChg>
        <pc:spChg chg="mod">
          <ac:chgData name="Stefan Stanimirovic" userId="S::s.steff@elfak.rs::8e5fd681-8c51-422f-b483-aad843794d5d" providerId="AD" clId="Web-{1D9C3BDB-99A7-483D-AC48-7731E7A0B0CF}" dt="2026-06-24T12:30:09.040" v="1147" actId="1076"/>
          <ac:spMkLst>
            <pc:docMk/>
            <pc:sldMk cId="27961904" sldId="280"/>
            <ac:spMk id="6" creationId="{CBA14521-DEE0-FD4F-AC49-AE52B7BD34DC}"/>
          </ac:spMkLst>
        </pc:spChg>
        <pc:spChg chg="del">
          <ac:chgData name="Stefan Stanimirovic" userId="S::s.steff@elfak.rs::8e5fd681-8c51-422f-b483-aad843794d5d" providerId="AD" clId="Web-{1D9C3BDB-99A7-483D-AC48-7731E7A0B0CF}" dt="2026-06-24T12:28:09.739" v="1123"/>
          <ac:spMkLst>
            <pc:docMk/>
            <pc:sldMk cId="27961904" sldId="280"/>
            <ac:spMk id="7" creationId="{B9D4B83B-BB7C-088E-29A7-372D73CEB313}"/>
          </ac:spMkLst>
        </pc:spChg>
        <pc:picChg chg="del">
          <ac:chgData name="Stefan Stanimirovic" userId="S::s.steff@elfak.rs::8e5fd681-8c51-422f-b483-aad843794d5d" providerId="AD" clId="Web-{1D9C3BDB-99A7-483D-AC48-7731E7A0B0CF}" dt="2026-06-24T12:29:12.741" v="1126"/>
          <ac:picMkLst>
            <pc:docMk/>
            <pc:sldMk cId="27961904" sldId="280"/>
            <ac:picMk id="3" creationId="{1CEBD75A-4A6F-A520-4A79-8D5088AEF946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28:02.691" v="1116"/>
          <ac:picMkLst>
            <pc:docMk/>
            <pc:sldMk cId="27961904" sldId="280"/>
            <ac:picMk id="5" creationId="{E424F188-3938-3624-40C7-93F80649E4EE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2:30:03.665" v="1145" actId="1076"/>
          <ac:picMkLst>
            <pc:docMk/>
            <pc:sldMk cId="27961904" sldId="280"/>
            <ac:picMk id="8" creationId="{46175E7D-32EB-97B3-0F7D-B4FE1B80D0DD}"/>
          </ac:picMkLst>
        </pc:picChg>
        <pc:picChg chg="add mod">
          <ac:chgData name="Stefan Stanimirovic" userId="S::s.steff@elfak.rs::8e5fd681-8c51-422f-b483-aad843794d5d" providerId="AD" clId="Web-{1D9C3BDB-99A7-483D-AC48-7731E7A0B0CF}" dt="2026-06-24T12:30:02.086" v="1144" actId="1076"/>
          <ac:picMkLst>
            <pc:docMk/>
            <pc:sldMk cId="27961904" sldId="280"/>
            <ac:picMk id="9" creationId="{0CC6ECB6-C0BB-67B0-7E0D-750CE83B29EF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28:08.488" v="1122"/>
          <ac:picMkLst>
            <pc:docMk/>
            <pc:sldMk cId="27961904" sldId="280"/>
            <ac:picMk id="10" creationId="{40CA8CA8-7E3D-D969-904A-8D8A2419B6E7}"/>
          </ac:picMkLst>
        </pc:picChg>
      </pc:sldChg>
      <pc:sldChg chg="addSp delSp add del replId">
        <pc:chgData name="Stefan Stanimirovic" userId="S::s.steff@elfak.rs::8e5fd681-8c51-422f-b483-aad843794d5d" providerId="AD" clId="Web-{1D9C3BDB-99A7-483D-AC48-7731E7A0B0CF}" dt="2026-06-24T12:35:00.004" v="1175"/>
        <pc:sldMkLst>
          <pc:docMk/>
          <pc:sldMk cId="4012488338" sldId="281"/>
        </pc:sldMkLst>
        <pc:picChg chg="add del">
          <ac:chgData name="Stefan Stanimirovic" userId="S::s.steff@elfak.rs::8e5fd681-8c51-422f-b483-aad843794d5d" providerId="AD" clId="Web-{1D9C3BDB-99A7-483D-AC48-7731E7A0B0CF}" dt="2026-06-24T12:34:56.472" v="1173"/>
          <ac:picMkLst>
            <pc:docMk/>
            <pc:sldMk cId="4012488338" sldId="281"/>
            <ac:picMk id="5" creationId="{599111F8-CED6-77F5-88D6-6BD6AA360AED}"/>
          </ac:picMkLst>
        </pc:picChg>
      </pc:sldChg>
      <pc:sldChg chg="addSp delSp modSp add replId">
        <pc:chgData name="Stefan Stanimirovic" userId="S::s.steff@elfak.rs::8e5fd681-8c51-422f-b483-aad843794d5d" providerId="AD" clId="Web-{1D9C3BDB-99A7-483D-AC48-7731E7A0B0CF}" dt="2026-06-24T12:37:29.259" v="1210" actId="20577"/>
        <pc:sldMkLst>
          <pc:docMk/>
          <pc:sldMk cId="2136664934" sldId="282"/>
        </pc:sldMkLst>
        <pc:spChg chg="del">
          <ac:chgData name="Stefan Stanimirovic" userId="S::s.steff@elfak.rs::8e5fd681-8c51-422f-b483-aad843794d5d" providerId="AD" clId="Web-{1D9C3BDB-99A7-483D-AC48-7731E7A0B0CF}" dt="2026-06-24T12:35:25.239" v="1180"/>
          <ac:spMkLst>
            <pc:docMk/>
            <pc:sldMk cId="2136664934" sldId="282"/>
            <ac:spMk id="2" creationId="{2DD0DB83-805A-6164-984F-6148AB465CD4}"/>
          </ac:spMkLst>
        </pc:spChg>
        <pc:spChg chg="add mod">
          <ac:chgData name="Stefan Stanimirovic" userId="S::s.steff@elfak.rs::8e5fd681-8c51-422f-b483-aad843794d5d" providerId="AD" clId="Web-{1D9C3BDB-99A7-483D-AC48-7731E7A0B0CF}" dt="2026-06-24T12:37:29.259" v="1210" actId="20577"/>
          <ac:spMkLst>
            <pc:docMk/>
            <pc:sldMk cId="2136664934" sldId="282"/>
            <ac:spMk id="4" creationId="{4BA8A776-FF6D-1E8E-2898-49DF285DEE28}"/>
          </ac:spMkLst>
        </pc:spChg>
        <pc:spChg chg="mod">
          <ac:chgData name="Stefan Stanimirovic" userId="S::s.steff@elfak.rs::8e5fd681-8c51-422f-b483-aad843794d5d" providerId="AD" clId="Web-{1D9C3BDB-99A7-483D-AC48-7731E7A0B0CF}" dt="2026-06-24T12:35:29.083" v="1182" actId="1076"/>
          <ac:spMkLst>
            <pc:docMk/>
            <pc:sldMk cId="2136664934" sldId="282"/>
            <ac:spMk id="7" creationId="{A344694C-5CA8-6489-F1EC-DDF63962FF1A}"/>
          </ac:spMkLst>
        </pc:spChg>
        <pc:spChg chg="del">
          <ac:chgData name="Stefan Stanimirovic" userId="S::s.steff@elfak.rs::8e5fd681-8c51-422f-b483-aad843794d5d" providerId="AD" clId="Web-{1D9C3BDB-99A7-483D-AC48-7731E7A0B0CF}" dt="2026-06-24T12:35:26.395" v="1181"/>
          <ac:spMkLst>
            <pc:docMk/>
            <pc:sldMk cId="2136664934" sldId="282"/>
            <ac:spMk id="13" creationId="{FB49892D-0001-2707-BD57-E5C900D934E3}"/>
          </ac:spMkLst>
        </pc:spChg>
        <pc:picChg chg="del">
          <ac:chgData name="Stefan Stanimirovic" userId="S::s.steff@elfak.rs::8e5fd681-8c51-422f-b483-aad843794d5d" providerId="AD" clId="Web-{1D9C3BDB-99A7-483D-AC48-7731E7A0B0CF}" dt="2026-06-24T12:35:24.317" v="1179"/>
          <ac:picMkLst>
            <pc:docMk/>
            <pc:sldMk cId="2136664934" sldId="282"/>
            <ac:picMk id="3" creationId="{6E53BF8B-499E-57A2-F257-00F21A230D85}"/>
          </ac:picMkLst>
        </pc:picChg>
        <pc:picChg chg="mod">
          <ac:chgData name="Stefan Stanimirovic" userId="S::s.steff@elfak.rs::8e5fd681-8c51-422f-b483-aad843794d5d" providerId="AD" clId="Web-{1D9C3BDB-99A7-483D-AC48-7731E7A0B0CF}" dt="2026-06-24T12:35:33.333" v="1184" actId="1076"/>
          <ac:picMkLst>
            <pc:docMk/>
            <pc:sldMk cId="2136664934" sldId="282"/>
            <ac:picMk id="8" creationId="{DE175489-0850-3E91-FC9D-12A83A3D3592}"/>
          </ac:picMkLst>
        </pc:picChg>
        <pc:picChg chg="del">
          <ac:chgData name="Stefan Stanimirovic" userId="S::s.steff@elfak.rs::8e5fd681-8c51-422f-b483-aad843794d5d" providerId="AD" clId="Web-{1D9C3BDB-99A7-483D-AC48-7731E7A0B0CF}" dt="2026-06-24T12:35:23.458" v="1178"/>
          <ac:picMkLst>
            <pc:docMk/>
            <pc:sldMk cId="2136664934" sldId="282"/>
            <ac:picMk id="14" creationId="{5E58A8DA-651B-6D21-99BC-B7EA0ED63021}"/>
          </ac:picMkLst>
        </pc:picChg>
      </pc:sldChg>
      <pc:sldChg chg="add del">
        <pc:chgData name="Stefan Stanimirovic" userId="S::s.steff@elfak.rs::8e5fd681-8c51-422f-b483-aad843794d5d" providerId="AD" clId="Web-{1D9C3BDB-99A7-483D-AC48-7731E7A0B0CF}" dt="2026-06-24T12:37:02.039" v="1186"/>
        <pc:sldMkLst>
          <pc:docMk/>
          <pc:sldMk cId="1195554746" sldId="283"/>
        </pc:sldMkLst>
      </pc:sldChg>
      <pc:sldChg chg="delSp modSp add replId">
        <pc:chgData name="Stefan Stanimirovic" userId="S::s.steff@elfak.rs::8e5fd681-8c51-422f-b483-aad843794d5d" providerId="AD" clId="Web-{1D9C3BDB-99A7-483D-AC48-7731E7A0B0CF}" dt="2026-06-24T12:37:45.369" v="1216"/>
        <pc:sldMkLst>
          <pc:docMk/>
          <pc:sldMk cId="1404967095" sldId="283"/>
        </pc:sldMkLst>
        <pc:spChg chg="del">
          <ac:chgData name="Stefan Stanimirovic" userId="S::s.steff@elfak.rs::8e5fd681-8c51-422f-b483-aad843794d5d" providerId="AD" clId="Web-{1D9C3BDB-99A7-483D-AC48-7731E7A0B0CF}" dt="2026-06-24T12:37:45.369" v="1216"/>
          <ac:spMkLst>
            <pc:docMk/>
            <pc:sldMk cId="1404967095" sldId="283"/>
            <ac:spMk id="4" creationId="{8A0641BA-52C0-8E17-102E-AA150ED1E103}"/>
          </ac:spMkLst>
        </pc:spChg>
        <pc:spChg chg="del">
          <ac:chgData name="Stefan Stanimirovic" userId="S::s.steff@elfak.rs::8e5fd681-8c51-422f-b483-aad843794d5d" providerId="AD" clId="Web-{1D9C3BDB-99A7-483D-AC48-7731E7A0B0CF}" dt="2026-06-24T12:37:43.775" v="1215"/>
          <ac:spMkLst>
            <pc:docMk/>
            <pc:sldMk cId="1404967095" sldId="283"/>
            <ac:spMk id="7" creationId="{06F6BF1C-9D7E-5972-724A-E33A148BAA93}"/>
          </ac:spMkLst>
        </pc:spChg>
        <pc:spChg chg="mod">
          <ac:chgData name="Stefan Stanimirovic" userId="S::s.steff@elfak.rs::8e5fd681-8c51-422f-b483-aad843794d5d" providerId="AD" clId="Web-{1D9C3BDB-99A7-483D-AC48-7731E7A0B0CF}" dt="2026-06-24T12:37:36.041" v="1213" actId="20577"/>
          <ac:spMkLst>
            <pc:docMk/>
            <pc:sldMk cId="1404967095" sldId="283"/>
            <ac:spMk id="9" creationId="{651AAF36-62B6-7660-8FA7-1AA45B0AAB07}"/>
          </ac:spMkLst>
        </pc:spChg>
        <pc:picChg chg="del">
          <ac:chgData name="Stefan Stanimirovic" userId="S::s.steff@elfak.rs::8e5fd681-8c51-422f-b483-aad843794d5d" providerId="AD" clId="Web-{1D9C3BDB-99A7-483D-AC48-7731E7A0B0CF}" dt="2026-06-24T12:37:41.869" v="1214"/>
          <ac:picMkLst>
            <pc:docMk/>
            <pc:sldMk cId="1404967095" sldId="283"/>
            <ac:picMk id="8" creationId="{498FD006-DDE3-54E1-FF50-476349761033}"/>
          </ac:picMkLst>
        </pc:picChg>
      </pc:sldChg>
      <pc:sldChg chg="modSp add replId">
        <pc:chgData name="Stefan Stanimirovic" userId="S::s.steff@elfak.rs::8e5fd681-8c51-422f-b483-aad843794d5d" providerId="AD" clId="Web-{1D9C3BDB-99A7-483D-AC48-7731E7A0B0CF}" dt="2026-06-24T12:38:04.073" v="1233" actId="20577"/>
        <pc:sldMkLst>
          <pc:docMk/>
          <pc:sldMk cId="2827694764" sldId="284"/>
        </pc:sldMkLst>
        <pc:spChg chg="mod">
          <ac:chgData name="Stefan Stanimirovic" userId="S::s.steff@elfak.rs::8e5fd681-8c51-422f-b483-aad843794d5d" providerId="AD" clId="Web-{1D9C3BDB-99A7-483D-AC48-7731E7A0B0CF}" dt="2026-06-24T12:38:04.073" v="1233" actId="20577"/>
          <ac:spMkLst>
            <pc:docMk/>
            <pc:sldMk cId="2827694764" sldId="284"/>
            <ac:spMk id="9" creationId="{D2C9C1D8-4D22-1DBC-9141-F5244510D039}"/>
          </ac:spMkLst>
        </pc:spChg>
      </pc:sldChg>
    </pc:docChg>
  </pc:docChgLst>
  <pc:docChgLst>
    <pc:chgData name="Stefan Stanimirovic" userId="S::s.steff@elfak.rs::8e5fd681-8c51-422f-b483-aad843794d5d" providerId="AD" clId="Web-{EED6D19E-2282-4CEA-9FC8-58D598332E81}"/>
    <pc:docChg chg="addSld modSld sldOrd">
      <pc:chgData name="Stefan Stanimirovic" userId="S::s.steff@elfak.rs::8e5fd681-8c51-422f-b483-aad843794d5d" providerId="AD" clId="Web-{EED6D19E-2282-4CEA-9FC8-58D598332E81}" dt="2026-06-25T07:03:02.713" v="131"/>
      <pc:docMkLst>
        <pc:docMk/>
      </pc:docMkLst>
      <pc:sldChg chg="modSp">
        <pc:chgData name="Stefan Stanimirovic" userId="S::s.steff@elfak.rs::8e5fd681-8c51-422f-b483-aad843794d5d" providerId="AD" clId="Web-{EED6D19E-2282-4CEA-9FC8-58D598332E81}" dt="2026-06-25T06:55:14.679" v="78" actId="20577"/>
        <pc:sldMkLst>
          <pc:docMk/>
          <pc:sldMk cId="2111366641" sldId="259"/>
        </pc:sldMkLst>
        <pc:spChg chg="mod">
          <ac:chgData name="Stefan Stanimirovic" userId="S::s.steff@elfak.rs::8e5fd681-8c51-422f-b483-aad843794d5d" providerId="AD" clId="Web-{EED6D19E-2282-4CEA-9FC8-58D598332E81}" dt="2026-06-25T06:55:14.679" v="78" actId="20577"/>
          <ac:spMkLst>
            <pc:docMk/>
            <pc:sldMk cId="2111366641" sldId="259"/>
            <ac:spMk id="13" creationId="{947F3F32-7B82-AF7C-3A3F-5F39A993AE60}"/>
          </ac:spMkLst>
        </pc:spChg>
      </pc:sldChg>
      <pc:sldChg chg="addSp modSp">
        <pc:chgData name="Stefan Stanimirovic" userId="S::s.steff@elfak.rs::8e5fd681-8c51-422f-b483-aad843794d5d" providerId="AD" clId="Web-{EED6D19E-2282-4CEA-9FC8-58D598332E81}" dt="2026-06-25T06:50:10.481" v="57" actId="20577"/>
        <pc:sldMkLst>
          <pc:docMk/>
          <pc:sldMk cId="745731856" sldId="260"/>
        </pc:sldMkLst>
        <pc:spChg chg="mod">
          <ac:chgData name="Stefan Stanimirovic" userId="S::s.steff@elfak.rs::8e5fd681-8c51-422f-b483-aad843794d5d" providerId="AD" clId="Web-{EED6D19E-2282-4CEA-9FC8-58D598332E81}" dt="2026-06-25T06:50:10.481" v="57" actId="20577"/>
          <ac:spMkLst>
            <pc:docMk/>
            <pc:sldMk cId="745731856" sldId="260"/>
            <ac:spMk id="8" creationId="{CADE1CA6-ED53-F596-7319-ECCF34260FC7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1:59.274" v="0"/>
          <ac:picMkLst>
            <pc:docMk/>
            <pc:sldMk cId="745731856" sldId="260"/>
            <ac:picMk id="4" creationId="{32E6359B-46A9-4A6F-F3D4-2D2A308032D9}"/>
          </ac:picMkLst>
        </pc:picChg>
      </pc:sldChg>
      <pc:sldChg chg="addSp">
        <pc:chgData name="Stefan Stanimirovic" userId="S::s.steff@elfak.rs::8e5fd681-8c51-422f-b483-aad843794d5d" providerId="AD" clId="Web-{EED6D19E-2282-4CEA-9FC8-58D598332E81}" dt="2026-06-25T06:42:09.103" v="1"/>
        <pc:sldMkLst>
          <pc:docMk/>
          <pc:sldMk cId="2423940195" sldId="261"/>
        </pc:sldMkLst>
        <pc:picChg chg="add">
          <ac:chgData name="Stefan Stanimirovic" userId="S::s.steff@elfak.rs::8e5fd681-8c51-422f-b483-aad843794d5d" providerId="AD" clId="Web-{EED6D19E-2282-4CEA-9FC8-58D598332E81}" dt="2026-06-25T06:42:09.103" v="1"/>
          <ac:picMkLst>
            <pc:docMk/>
            <pc:sldMk cId="2423940195" sldId="261"/>
            <ac:picMk id="5" creationId="{5E0B7C11-3EED-CE17-68A9-54FC9873F87D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7:02:59.869" v="130" actId="20577"/>
        <pc:sldMkLst>
          <pc:docMk/>
          <pc:sldMk cId="2850289538" sldId="262"/>
        </pc:sldMkLst>
        <pc:spChg chg="mod">
          <ac:chgData name="Stefan Stanimirovic" userId="S::s.steff@elfak.rs::8e5fd681-8c51-422f-b483-aad843794d5d" providerId="AD" clId="Web-{EED6D19E-2282-4CEA-9FC8-58D598332E81}" dt="2026-06-25T07:02:59.869" v="130" actId="20577"/>
          <ac:spMkLst>
            <pc:docMk/>
            <pc:sldMk cId="2850289538" sldId="262"/>
            <ac:spMk id="3" creationId="{D86A807D-2BDF-F693-7A57-10D7B8F42B2F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11.463" v="2"/>
          <ac:picMkLst>
            <pc:docMk/>
            <pc:sldMk cId="2850289538" sldId="262"/>
            <ac:picMk id="5" creationId="{E0A10B38-58E1-D075-0CBC-81640A8E115F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6:56:52.542" v="82" actId="20577"/>
        <pc:sldMkLst>
          <pc:docMk/>
          <pc:sldMk cId="2750145806" sldId="263"/>
        </pc:sldMkLst>
        <pc:spChg chg="mod">
          <ac:chgData name="Stefan Stanimirovic" userId="S::s.steff@elfak.rs::8e5fd681-8c51-422f-b483-aad843794d5d" providerId="AD" clId="Web-{EED6D19E-2282-4CEA-9FC8-58D598332E81}" dt="2026-06-25T06:56:52.542" v="82" actId="20577"/>
          <ac:spMkLst>
            <pc:docMk/>
            <pc:sldMk cId="2750145806" sldId="263"/>
            <ac:spMk id="3" creationId="{D938B6C6-3FD9-EE7C-7E57-9C51585EAB30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13.650" v="3"/>
          <ac:picMkLst>
            <pc:docMk/>
            <pc:sldMk cId="2750145806" sldId="263"/>
            <ac:picMk id="5" creationId="{EE0A47AE-EFF3-8680-D5F4-01616B62931E}"/>
          </ac:picMkLst>
        </pc:picChg>
      </pc:sldChg>
      <pc:sldChg chg="addSp modSp ord">
        <pc:chgData name="Stefan Stanimirovic" userId="S::s.steff@elfak.rs::8e5fd681-8c51-422f-b483-aad843794d5d" providerId="AD" clId="Web-{EED6D19E-2282-4CEA-9FC8-58D598332E81}" dt="2026-06-25T07:03:02.713" v="131"/>
        <pc:sldMkLst>
          <pc:docMk/>
          <pc:sldMk cId="3388037112" sldId="264"/>
        </pc:sldMkLst>
        <pc:spChg chg="mod">
          <ac:chgData name="Stefan Stanimirovic" userId="S::s.steff@elfak.rs::8e5fd681-8c51-422f-b483-aad843794d5d" providerId="AD" clId="Web-{EED6D19E-2282-4CEA-9FC8-58D598332E81}" dt="2026-06-25T06:57:26.996" v="87" actId="20577"/>
          <ac:spMkLst>
            <pc:docMk/>
            <pc:sldMk cId="3388037112" sldId="264"/>
            <ac:spMk id="3" creationId="{7D5DAC5D-06B9-362B-6349-4DF7225F3CE3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14.916" v="4"/>
          <ac:picMkLst>
            <pc:docMk/>
            <pc:sldMk cId="3388037112" sldId="264"/>
            <ac:picMk id="5" creationId="{C3C903FA-6DCE-73A2-5340-6BA15FC8DF86}"/>
          </ac:picMkLst>
        </pc:picChg>
      </pc:sldChg>
      <pc:sldChg chg="modSp">
        <pc:chgData name="Stefan Stanimirovic" userId="S::s.steff@elfak.rs::8e5fd681-8c51-422f-b483-aad843794d5d" providerId="AD" clId="Web-{EED6D19E-2282-4CEA-9FC8-58D598332E81}" dt="2026-06-25T06:58:51.890" v="103" actId="20577"/>
        <pc:sldMkLst>
          <pc:docMk/>
          <pc:sldMk cId="1627698539" sldId="265"/>
        </pc:sldMkLst>
        <pc:spChg chg="mod">
          <ac:chgData name="Stefan Stanimirovic" userId="S::s.steff@elfak.rs::8e5fd681-8c51-422f-b483-aad843794d5d" providerId="AD" clId="Web-{EED6D19E-2282-4CEA-9FC8-58D598332E81}" dt="2026-06-25T06:58:51.890" v="103" actId="20577"/>
          <ac:spMkLst>
            <pc:docMk/>
            <pc:sldMk cId="1627698539" sldId="265"/>
            <ac:spMk id="2" creationId="{E40D2671-CEFA-0F9F-9AEA-0F46C54CAE11}"/>
          </ac:spMkLst>
        </pc:spChg>
      </pc:sldChg>
      <pc:sldChg chg="addSp modSp">
        <pc:chgData name="Stefan Stanimirovic" userId="S::s.steff@elfak.rs::8e5fd681-8c51-422f-b483-aad843794d5d" providerId="AD" clId="Web-{EED6D19E-2282-4CEA-9FC8-58D598332E81}" dt="2026-06-25T06:57:37.887" v="91" actId="20577"/>
        <pc:sldMkLst>
          <pc:docMk/>
          <pc:sldMk cId="782063695" sldId="266"/>
        </pc:sldMkLst>
        <pc:spChg chg="mod">
          <ac:chgData name="Stefan Stanimirovic" userId="S::s.steff@elfak.rs::8e5fd681-8c51-422f-b483-aad843794d5d" providerId="AD" clId="Web-{EED6D19E-2282-4CEA-9FC8-58D598332E81}" dt="2026-06-25T06:57:34.325" v="90" actId="20577"/>
          <ac:spMkLst>
            <pc:docMk/>
            <pc:sldMk cId="782063695" sldId="266"/>
            <ac:spMk id="7" creationId="{0C819151-5BF7-4B8D-4E9D-AC11F70D0EDD}"/>
          </ac:spMkLst>
        </pc:spChg>
        <pc:spChg chg="mod">
          <ac:chgData name="Stefan Stanimirovic" userId="S::s.steff@elfak.rs::8e5fd681-8c51-422f-b483-aad843794d5d" providerId="AD" clId="Web-{EED6D19E-2282-4CEA-9FC8-58D598332E81}" dt="2026-06-25T06:57:37.887" v="91" actId="20577"/>
          <ac:spMkLst>
            <pc:docMk/>
            <pc:sldMk cId="782063695" sldId="266"/>
            <ac:spMk id="9" creationId="{96E469BE-08B3-F17F-B8D6-2D2A2BD324B5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18.260" v="5"/>
          <ac:picMkLst>
            <pc:docMk/>
            <pc:sldMk cId="782063695" sldId="266"/>
            <ac:picMk id="4" creationId="{EFE49920-3FFA-48A5-BF46-8E2C7ABF38A1}"/>
          </ac:picMkLst>
        </pc:picChg>
      </pc:sldChg>
      <pc:sldChg chg="addSp">
        <pc:chgData name="Stefan Stanimirovic" userId="S::s.steff@elfak.rs::8e5fd681-8c51-422f-b483-aad843794d5d" providerId="AD" clId="Web-{EED6D19E-2282-4CEA-9FC8-58D598332E81}" dt="2026-06-25T06:42:21.479" v="6"/>
        <pc:sldMkLst>
          <pc:docMk/>
          <pc:sldMk cId="2773522269" sldId="267"/>
        </pc:sldMkLst>
        <pc:picChg chg="add">
          <ac:chgData name="Stefan Stanimirovic" userId="S::s.steff@elfak.rs::8e5fd681-8c51-422f-b483-aad843794d5d" providerId="AD" clId="Web-{EED6D19E-2282-4CEA-9FC8-58D598332E81}" dt="2026-06-25T06:42:21.479" v="6"/>
          <ac:picMkLst>
            <pc:docMk/>
            <pc:sldMk cId="2773522269" sldId="267"/>
            <ac:picMk id="6" creationId="{B6C17666-1CA7-6010-5AF3-C8C937F2ED1D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6:57:46.825" v="94" actId="20577"/>
        <pc:sldMkLst>
          <pc:docMk/>
          <pc:sldMk cId="3435946219" sldId="268"/>
        </pc:sldMkLst>
        <pc:spChg chg="mod">
          <ac:chgData name="Stefan Stanimirovic" userId="S::s.steff@elfak.rs::8e5fd681-8c51-422f-b483-aad843794d5d" providerId="AD" clId="Web-{EED6D19E-2282-4CEA-9FC8-58D598332E81}" dt="2026-06-25T06:57:46.825" v="94" actId="20577"/>
          <ac:spMkLst>
            <pc:docMk/>
            <pc:sldMk cId="3435946219" sldId="268"/>
            <ac:spMk id="6" creationId="{5B00010E-EAC2-B602-D3EF-56E74E536909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24.151" v="7"/>
          <ac:picMkLst>
            <pc:docMk/>
            <pc:sldMk cId="3435946219" sldId="268"/>
            <ac:picMk id="4" creationId="{F22C8C40-E1C9-D82E-FDCA-F96124E7B5EA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6:57:57.201" v="97" actId="20577"/>
        <pc:sldMkLst>
          <pc:docMk/>
          <pc:sldMk cId="3837555022" sldId="269"/>
        </pc:sldMkLst>
        <pc:spChg chg="mod">
          <ac:chgData name="Stefan Stanimirovic" userId="S::s.steff@elfak.rs::8e5fd681-8c51-422f-b483-aad843794d5d" providerId="AD" clId="Web-{EED6D19E-2282-4CEA-9FC8-58D598332E81}" dt="2026-06-25T06:57:57.201" v="97" actId="20577"/>
          <ac:spMkLst>
            <pc:docMk/>
            <pc:sldMk cId="3837555022" sldId="269"/>
            <ac:spMk id="7" creationId="{79625D49-C7D7-E7A6-5816-FD4700CA7EFC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25.698" v="8"/>
          <ac:picMkLst>
            <pc:docMk/>
            <pc:sldMk cId="3837555022" sldId="269"/>
            <ac:picMk id="9" creationId="{F079134C-BD2C-4077-962E-71C68D0CF964}"/>
          </ac:picMkLst>
        </pc:picChg>
      </pc:sldChg>
      <pc:sldChg chg="addSp delSp modSp">
        <pc:chgData name="Stefan Stanimirovic" userId="S::s.steff@elfak.rs::8e5fd681-8c51-422f-b483-aad843794d5d" providerId="AD" clId="Web-{EED6D19E-2282-4CEA-9FC8-58D598332E81}" dt="2026-06-25T06:58:17.530" v="98" actId="20577"/>
        <pc:sldMkLst>
          <pc:docMk/>
          <pc:sldMk cId="1108233096" sldId="270"/>
        </pc:sldMkLst>
        <pc:spChg chg="mod">
          <ac:chgData name="Stefan Stanimirovic" userId="S::s.steff@elfak.rs::8e5fd681-8c51-422f-b483-aad843794d5d" providerId="AD" clId="Web-{EED6D19E-2282-4CEA-9FC8-58D598332E81}" dt="2026-06-25T06:58:17.530" v="98" actId="20577"/>
          <ac:spMkLst>
            <pc:docMk/>
            <pc:sldMk cId="1108233096" sldId="270"/>
            <ac:spMk id="2" creationId="{BD4A8CFC-9A15-EF01-9139-721DD4E0AF07}"/>
          </ac:spMkLst>
        </pc:spChg>
        <pc:picChg chg="add del">
          <ac:chgData name="Stefan Stanimirovic" userId="S::s.steff@elfak.rs::8e5fd681-8c51-422f-b483-aad843794d5d" providerId="AD" clId="Web-{EED6D19E-2282-4CEA-9FC8-58D598332E81}" dt="2026-06-25T06:42:36.026" v="11"/>
          <ac:picMkLst>
            <pc:docMk/>
            <pc:sldMk cId="1108233096" sldId="270"/>
            <ac:picMk id="4" creationId="{083F5E51-367B-1C66-AFB4-CEA8538A5897}"/>
          </ac:picMkLst>
        </pc:picChg>
      </pc:sldChg>
      <pc:sldChg chg="modSp">
        <pc:chgData name="Stefan Stanimirovic" userId="S::s.steff@elfak.rs::8e5fd681-8c51-422f-b483-aad843794d5d" providerId="AD" clId="Web-{EED6D19E-2282-4CEA-9FC8-58D598332E81}" dt="2026-06-25T06:58:26.421" v="99" actId="20577"/>
        <pc:sldMkLst>
          <pc:docMk/>
          <pc:sldMk cId="1776172909" sldId="271"/>
        </pc:sldMkLst>
        <pc:spChg chg="mod">
          <ac:chgData name="Stefan Stanimirovic" userId="S::s.steff@elfak.rs::8e5fd681-8c51-422f-b483-aad843794d5d" providerId="AD" clId="Web-{EED6D19E-2282-4CEA-9FC8-58D598332E81}" dt="2026-06-25T06:58:26.421" v="99" actId="20577"/>
          <ac:spMkLst>
            <pc:docMk/>
            <pc:sldMk cId="1776172909" sldId="271"/>
            <ac:spMk id="2" creationId="{2F9352A3-5741-05B1-602F-561DB601F246}"/>
          </ac:spMkLst>
        </pc:spChg>
      </pc:sldChg>
      <pc:sldChg chg="addSp">
        <pc:chgData name="Stefan Stanimirovic" userId="S::s.steff@elfak.rs::8e5fd681-8c51-422f-b483-aad843794d5d" providerId="AD" clId="Web-{EED6D19E-2282-4CEA-9FC8-58D598332E81}" dt="2026-06-25T06:42:38.011" v="12"/>
        <pc:sldMkLst>
          <pc:docMk/>
          <pc:sldMk cId="2432778424" sldId="272"/>
        </pc:sldMkLst>
        <pc:picChg chg="add">
          <ac:chgData name="Stefan Stanimirovic" userId="S::s.steff@elfak.rs::8e5fd681-8c51-422f-b483-aad843794d5d" providerId="AD" clId="Web-{EED6D19E-2282-4CEA-9FC8-58D598332E81}" dt="2026-06-25T06:42:38.011" v="12"/>
          <ac:picMkLst>
            <pc:docMk/>
            <pc:sldMk cId="2432778424" sldId="272"/>
            <ac:picMk id="4" creationId="{09E1BE54-D927-74F0-DEC7-C44C55CB2573}"/>
          </ac:picMkLst>
        </pc:picChg>
      </pc:sldChg>
      <pc:sldChg chg="modSp">
        <pc:chgData name="Stefan Stanimirovic" userId="S::s.steff@elfak.rs::8e5fd681-8c51-422f-b483-aad843794d5d" providerId="AD" clId="Web-{EED6D19E-2282-4CEA-9FC8-58D598332E81}" dt="2026-06-25T06:58:57" v="104" actId="20577"/>
        <pc:sldMkLst>
          <pc:docMk/>
          <pc:sldMk cId="2996550750" sldId="273"/>
        </pc:sldMkLst>
        <pc:spChg chg="mod">
          <ac:chgData name="Stefan Stanimirovic" userId="S::s.steff@elfak.rs::8e5fd681-8c51-422f-b483-aad843794d5d" providerId="AD" clId="Web-{EED6D19E-2282-4CEA-9FC8-58D598332E81}" dt="2026-06-25T06:58:57" v="104" actId="20577"/>
          <ac:spMkLst>
            <pc:docMk/>
            <pc:sldMk cId="2996550750" sldId="273"/>
            <ac:spMk id="2" creationId="{D4EFB96E-3019-B0C3-B78B-712D68327689}"/>
          </ac:spMkLst>
        </pc:spChg>
      </pc:sldChg>
      <pc:sldChg chg="addSp">
        <pc:chgData name="Stefan Stanimirovic" userId="S::s.steff@elfak.rs::8e5fd681-8c51-422f-b483-aad843794d5d" providerId="AD" clId="Web-{EED6D19E-2282-4CEA-9FC8-58D598332E81}" dt="2026-06-25T06:42:41.604" v="13"/>
        <pc:sldMkLst>
          <pc:docMk/>
          <pc:sldMk cId="3487068619" sldId="274"/>
        </pc:sldMkLst>
        <pc:picChg chg="add">
          <ac:chgData name="Stefan Stanimirovic" userId="S::s.steff@elfak.rs::8e5fd681-8c51-422f-b483-aad843794d5d" providerId="AD" clId="Web-{EED6D19E-2282-4CEA-9FC8-58D598332E81}" dt="2026-06-25T06:42:41.604" v="13"/>
          <ac:picMkLst>
            <pc:docMk/>
            <pc:sldMk cId="3487068619" sldId="274"/>
            <ac:picMk id="8" creationId="{379B55F5-B160-16EB-0018-3F1836B508C6}"/>
          </ac:picMkLst>
        </pc:picChg>
      </pc:sldChg>
      <pc:sldChg chg="addSp">
        <pc:chgData name="Stefan Stanimirovic" userId="S::s.steff@elfak.rs::8e5fd681-8c51-422f-b483-aad843794d5d" providerId="AD" clId="Web-{EED6D19E-2282-4CEA-9FC8-58D598332E81}" dt="2026-06-25T06:42:44.261" v="14"/>
        <pc:sldMkLst>
          <pc:docMk/>
          <pc:sldMk cId="3058539867" sldId="275"/>
        </pc:sldMkLst>
        <pc:picChg chg="add">
          <ac:chgData name="Stefan Stanimirovic" userId="S::s.steff@elfak.rs::8e5fd681-8c51-422f-b483-aad843794d5d" providerId="AD" clId="Web-{EED6D19E-2282-4CEA-9FC8-58D598332E81}" dt="2026-06-25T06:42:44.261" v="14"/>
          <ac:picMkLst>
            <pc:docMk/>
            <pc:sldMk cId="3058539867" sldId="275"/>
            <ac:picMk id="3" creationId="{C7AAD760-A0EB-F26D-F10F-B32BD40D9C58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7:01:59.991" v="119" actId="20577"/>
        <pc:sldMkLst>
          <pc:docMk/>
          <pc:sldMk cId="4102219450" sldId="276"/>
        </pc:sldMkLst>
        <pc:spChg chg="mod">
          <ac:chgData name="Stefan Stanimirovic" userId="S::s.steff@elfak.rs::8e5fd681-8c51-422f-b483-aad843794d5d" providerId="AD" clId="Web-{EED6D19E-2282-4CEA-9FC8-58D598332E81}" dt="2026-06-25T07:01:59.991" v="119" actId="20577"/>
          <ac:spMkLst>
            <pc:docMk/>
            <pc:sldMk cId="4102219450" sldId="276"/>
            <ac:spMk id="5" creationId="{C53BECA5-87CE-6E7A-6CAC-55979C1EFB85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47.495" v="15"/>
          <ac:picMkLst>
            <pc:docMk/>
            <pc:sldMk cId="4102219450" sldId="276"/>
            <ac:picMk id="4" creationId="{9ABF0D02-E4B5-63F4-78B4-920E166D196F}"/>
          </ac:picMkLst>
        </pc:picChg>
      </pc:sldChg>
      <pc:sldChg chg="addSp delSp modSp">
        <pc:chgData name="Stefan Stanimirovic" userId="S::s.steff@elfak.rs::8e5fd681-8c51-422f-b483-aad843794d5d" providerId="AD" clId="Web-{EED6D19E-2282-4CEA-9FC8-58D598332E81}" dt="2026-06-25T06:50:23.450" v="61"/>
        <pc:sldMkLst>
          <pc:docMk/>
          <pc:sldMk cId="2931191998" sldId="277"/>
        </pc:sldMkLst>
        <pc:spChg chg="add del mod">
          <ac:chgData name="Stefan Stanimirovic" userId="S::s.steff@elfak.rs::8e5fd681-8c51-422f-b483-aad843794d5d" providerId="AD" clId="Web-{EED6D19E-2282-4CEA-9FC8-58D598332E81}" dt="2026-06-25T06:50:23.450" v="61"/>
          <ac:spMkLst>
            <pc:docMk/>
            <pc:sldMk cId="2931191998" sldId="277"/>
            <ac:spMk id="6" creationId="{E77DA4B4-98D3-4C9A-4811-3611F39F3840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50.636" v="16"/>
          <ac:picMkLst>
            <pc:docMk/>
            <pc:sldMk cId="2931191998" sldId="277"/>
            <ac:picMk id="3" creationId="{15605351-9C2A-1A30-1FBE-355A50355036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6:59:42.064" v="110" actId="20577"/>
        <pc:sldMkLst>
          <pc:docMk/>
          <pc:sldMk cId="4188942863" sldId="278"/>
        </pc:sldMkLst>
        <pc:spChg chg="mod">
          <ac:chgData name="Stefan Stanimirovic" userId="S::s.steff@elfak.rs::8e5fd681-8c51-422f-b483-aad843794d5d" providerId="AD" clId="Web-{EED6D19E-2282-4CEA-9FC8-58D598332E81}" dt="2026-06-25T06:59:42.064" v="110" actId="20577"/>
          <ac:spMkLst>
            <pc:docMk/>
            <pc:sldMk cId="4188942863" sldId="278"/>
            <ac:spMk id="2" creationId="{D6093AA1-1C28-E9C6-4011-73B588CD64D7}"/>
          </ac:spMkLst>
        </pc:spChg>
        <pc:spChg chg="mod">
          <ac:chgData name="Stefan Stanimirovic" userId="S::s.steff@elfak.rs::8e5fd681-8c51-422f-b483-aad843794d5d" providerId="AD" clId="Web-{EED6D19E-2282-4CEA-9FC8-58D598332E81}" dt="2026-06-25T06:59:37.048" v="108" actId="20577"/>
          <ac:spMkLst>
            <pc:docMk/>
            <pc:sldMk cId="4188942863" sldId="278"/>
            <ac:spMk id="13" creationId="{FD7EEC3E-F3E3-D127-7DE3-BDE613D74DBA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52.183" v="17"/>
          <ac:picMkLst>
            <pc:docMk/>
            <pc:sldMk cId="4188942863" sldId="278"/>
            <ac:picMk id="5" creationId="{13D58E3A-0157-DB3A-0EF8-B315BC6839D9}"/>
          </ac:picMkLst>
        </pc:picChg>
      </pc:sldChg>
      <pc:sldChg chg="addSp">
        <pc:chgData name="Stefan Stanimirovic" userId="S::s.steff@elfak.rs::8e5fd681-8c51-422f-b483-aad843794d5d" providerId="AD" clId="Web-{EED6D19E-2282-4CEA-9FC8-58D598332E81}" dt="2026-06-25T06:42:26.994" v="9"/>
        <pc:sldMkLst>
          <pc:docMk/>
          <pc:sldMk cId="27961904" sldId="280"/>
        </pc:sldMkLst>
        <pc:picChg chg="add">
          <ac:chgData name="Stefan Stanimirovic" userId="S::s.steff@elfak.rs::8e5fd681-8c51-422f-b483-aad843794d5d" providerId="AD" clId="Web-{EED6D19E-2282-4CEA-9FC8-58D598332E81}" dt="2026-06-25T06:42:26.994" v="9"/>
          <ac:picMkLst>
            <pc:docMk/>
            <pc:sldMk cId="27961904" sldId="280"/>
            <ac:picMk id="5" creationId="{553DDE1E-9645-3ECC-B34C-D97284A30546}"/>
          </ac:picMkLst>
        </pc:picChg>
      </pc:sldChg>
      <pc:sldChg chg="addSp modSp">
        <pc:chgData name="Stefan Stanimirovic" userId="S::s.steff@elfak.rs::8e5fd681-8c51-422f-b483-aad843794d5d" providerId="AD" clId="Web-{EED6D19E-2282-4CEA-9FC8-58D598332E81}" dt="2026-06-25T07:00:03.143" v="112" actId="20577"/>
        <pc:sldMkLst>
          <pc:docMk/>
          <pc:sldMk cId="2136664934" sldId="282"/>
        </pc:sldMkLst>
        <pc:spChg chg="mod">
          <ac:chgData name="Stefan Stanimirovic" userId="S::s.steff@elfak.rs::8e5fd681-8c51-422f-b483-aad843794d5d" providerId="AD" clId="Web-{EED6D19E-2282-4CEA-9FC8-58D598332E81}" dt="2026-06-25T07:00:03.143" v="112" actId="20577"/>
          <ac:spMkLst>
            <pc:docMk/>
            <pc:sldMk cId="2136664934" sldId="282"/>
            <ac:spMk id="7" creationId="{A344694C-5CA8-6489-F1EC-DDF63962FF1A}"/>
          </ac:spMkLst>
        </pc:spChg>
        <pc:picChg chg="add">
          <ac:chgData name="Stefan Stanimirovic" userId="S::s.steff@elfak.rs::8e5fd681-8c51-422f-b483-aad843794d5d" providerId="AD" clId="Web-{EED6D19E-2282-4CEA-9FC8-58D598332E81}" dt="2026-06-25T06:42:54.449" v="18"/>
          <ac:picMkLst>
            <pc:docMk/>
            <pc:sldMk cId="2136664934" sldId="282"/>
            <ac:picMk id="3" creationId="{FFDCCF1A-33AC-6F2C-7BE9-221C493DD4E5}"/>
          </ac:picMkLst>
        </pc:picChg>
      </pc:sldChg>
      <pc:sldChg chg="addSp">
        <pc:chgData name="Stefan Stanimirovic" userId="S::s.steff@elfak.rs::8e5fd681-8c51-422f-b483-aad843794d5d" providerId="AD" clId="Web-{EED6D19E-2282-4CEA-9FC8-58D598332E81}" dt="2026-06-25T06:42:56.871" v="19"/>
        <pc:sldMkLst>
          <pc:docMk/>
          <pc:sldMk cId="1404967095" sldId="283"/>
        </pc:sldMkLst>
        <pc:picChg chg="add">
          <ac:chgData name="Stefan Stanimirovic" userId="S::s.steff@elfak.rs::8e5fd681-8c51-422f-b483-aad843794d5d" providerId="AD" clId="Web-{EED6D19E-2282-4CEA-9FC8-58D598332E81}" dt="2026-06-25T06:42:56.871" v="19"/>
          <ac:picMkLst>
            <pc:docMk/>
            <pc:sldMk cId="1404967095" sldId="283"/>
            <ac:picMk id="3" creationId="{64878EAC-39EC-BD52-C435-9FA37385C169}"/>
          </ac:picMkLst>
        </pc:picChg>
      </pc:sldChg>
      <pc:sldChg chg="addSp">
        <pc:chgData name="Stefan Stanimirovic" userId="S::s.steff@elfak.rs::8e5fd681-8c51-422f-b483-aad843794d5d" providerId="AD" clId="Web-{EED6D19E-2282-4CEA-9FC8-58D598332E81}" dt="2026-06-25T06:42:57.652" v="20"/>
        <pc:sldMkLst>
          <pc:docMk/>
          <pc:sldMk cId="2827694764" sldId="284"/>
        </pc:sldMkLst>
        <pc:picChg chg="add">
          <ac:chgData name="Stefan Stanimirovic" userId="S::s.steff@elfak.rs::8e5fd681-8c51-422f-b483-aad843794d5d" providerId="AD" clId="Web-{EED6D19E-2282-4CEA-9FC8-58D598332E81}" dt="2026-06-25T06:42:57.652" v="20"/>
          <ac:picMkLst>
            <pc:docMk/>
            <pc:sldMk cId="2827694764" sldId="284"/>
            <ac:picMk id="3" creationId="{6A7740A8-9367-3C23-0694-1FA0D93542C7}"/>
          </ac:picMkLst>
        </pc:picChg>
      </pc:sldChg>
      <pc:sldChg chg="addSp delSp modSp add replId">
        <pc:chgData name="Stefan Stanimirovic" userId="S::s.steff@elfak.rs::8e5fd681-8c51-422f-b483-aad843794d5d" providerId="AD" clId="Web-{EED6D19E-2282-4CEA-9FC8-58D598332E81}" dt="2026-06-25T06:58:34.468" v="100" actId="20577"/>
        <pc:sldMkLst>
          <pc:docMk/>
          <pc:sldMk cId="784327987" sldId="285"/>
        </pc:sldMkLst>
        <pc:spChg chg="mod ord">
          <ac:chgData name="Stefan Stanimirovic" userId="S::s.steff@elfak.rs::8e5fd681-8c51-422f-b483-aad843794d5d" providerId="AD" clId="Web-{EED6D19E-2282-4CEA-9FC8-58D598332E81}" dt="2026-06-25T06:58:34.468" v="100" actId="20577"/>
          <ac:spMkLst>
            <pc:docMk/>
            <pc:sldMk cId="784327987" sldId="285"/>
            <ac:spMk id="2" creationId="{F85B71FF-BAF1-1649-B35B-D15A95E449A9}"/>
          </ac:spMkLst>
        </pc:spChg>
        <pc:spChg chg="del">
          <ac:chgData name="Stefan Stanimirovic" userId="S::s.steff@elfak.rs::8e5fd681-8c51-422f-b483-aad843794d5d" providerId="AD" clId="Web-{EED6D19E-2282-4CEA-9FC8-58D598332E81}" dt="2026-06-25T06:46:42.661" v="26"/>
          <ac:spMkLst>
            <pc:docMk/>
            <pc:sldMk cId="784327987" sldId="285"/>
            <ac:spMk id="6" creationId="{C2EDC001-2B9F-70A7-0BCE-21A1A95C68AF}"/>
          </ac:spMkLst>
        </pc:spChg>
        <pc:spChg chg="add">
          <ac:chgData name="Stefan Stanimirovic" userId="S::s.steff@elfak.rs::8e5fd681-8c51-422f-b483-aad843794d5d" providerId="AD" clId="Web-{EED6D19E-2282-4CEA-9FC8-58D598332E81}" dt="2026-06-25T06:46:53.286" v="27"/>
          <ac:spMkLst>
            <pc:docMk/>
            <pc:sldMk cId="784327987" sldId="285"/>
            <ac:spMk id="15" creationId="{C8F2C176-794E-4FDE-92D5-4B53D477EB31}"/>
          </ac:spMkLst>
        </pc:spChg>
        <pc:spChg chg="add">
          <ac:chgData name="Stefan Stanimirovic" userId="S::s.steff@elfak.rs::8e5fd681-8c51-422f-b483-aad843794d5d" providerId="AD" clId="Web-{EED6D19E-2282-4CEA-9FC8-58D598332E81}" dt="2026-06-25T06:46:53.286" v="27"/>
          <ac:spMkLst>
            <pc:docMk/>
            <pc:sldMk cId="784327987" sldId="285"/>
            <ac:spMk id="17" creationId="{6C6A2247-F373-4310-B4F4-EB66550D9514}"/>
          </ac:spMkLst>
        </pc:spChg>
        <pc:spChg chg="add">
          <ac:chgData name="Stefan Stanimirovic" userId="S::s.steff@elfak.rs::8e5fd681-8c51-422f-b483-aad843794d5d" providerId="AD" clId="Web-{EED6D19E-2282-4CEA-9FC8-58D598332E81}" dt="2026-06-25T06:46:53.286" v="27"/>
          <ac:spMkLst>
            <pc:docMk/>
            <pc:sldMk cId="784327987" sldId="285"/>
            <ac:spMk id="19" creationId="{6FCDC53F-2F3F-48BE-ACD4-40B649057264}"/>
          </ac:spMkLst>
        </pc:spChg>
        <pc:spChg chg="add">
          <ac:chgData name="Stefan Stanimirovic" userId="S::s.steff@elfak.rs::8e5fd681-8c51-422f-b483-aad843794d5d" providerId="AD" clId="Web-{EED6D19E-2282-4CEA-9FC8-58D598332E81}" dt="2026-06-25T06:46:53.286" v="27"/>
          <ac:spMkLst>
            <pc:docMk/>
            <pc:sldMk cId="784327987" sldId="285"/>
            <ac:spMk id="23" creationId="{3FC774A5-F96D-49EB-A173-29C03E7A4A6B}"/>
          </ac:spMkLst>
        </pc:spChg>
        <pc:spChg chg="add">
          <ac:chgData name="Stefan Stanimirovic" userId="S::s.steff@elfak.rs::8e5fd681-8c51-422f-b483-aad843794d5d" providerId="AD" clId="Web-{EED6D19E-2282-4CEA-9FC8-58D598332E81}" dt="2026-06-25T06:46:53.286" v="27"/>
          <ac:spMkLst>
            <pc:docMk/>
            <pc:sldMk cId="784327987" sldId="285"/>
            <ac:spMk id="27" creationId="{40DC7587-4124-45BB-9FCA-4E67738A900F}"/>
          </ac:spMkLst>
        </pc:spChg>
        <pc:picChg chg="mod">
          <ac:chgData name="Stefan Stanimirovic" userId="S::s.steff@elfak.rs::8e5fd681-8c51-422f-b483-aad843794d5d" providerId="AD" clId="Web-{EED6D19E-2282-4CEA-9FC8-58D598332E81}" dt="2026-06-25T06:46:53.286" v="27"/>
          <ac:picMkLst>
            <pc:docMk/>
            <pc:sldMk cId="784327987" sldId="285"/>
            <ac:picMk id="4" creationId="{2692AEC0-04C5-DA1C-182B-4CAE0D94108D}"/>
          </ac:picMkLst>
        </pc:picChg>
        <pc:picChg chg="add">
          <ac:chgData name="Stefan Stanimirovic" userId="S::s.steff@elfak.rs::8e5fd681-8c51-422f-b483-aad843794d5d" providerId="AD" clId="Web-{EED6D19E-2282-4CEA-9FC8-58D598332E81}" dt="2026-06-25T06:46:53.286" v="27"/>
          <ac:picMkLst>
            <pc:docMk/>
            <pc:sldMk cId="784327987" sldId="285"/>
            <ac:picMk id="9" creationId="{05916DBF-29BF-49BC-864D-B509C0E9F9A9}"/>
          </ac:picMkLst>
        </pc:picChg>
        <pc:picChg chg="add">
          <ac:chgData name="Stefan Stanimirovic" userId="S::s.steff@elfak.rs::8e5fd681-8c51-422f-b483-aad843794d5d" providerId="AD" clId="Web-{EED6D19E-2282-4CEA-9FC8-58D598332E81}" dt="2026-06-25T06:46:53.286" v="27"/>
          <ac:picMkLst>
            <pc:docMk/>
            <pc:sldMk cId="784327987" sldId="285"/>
            <ac:picMk id="11" creationId="{F72F2D00-DB84-4A88-A1ED-DFFB351BF002}"/>
          </ac:picMkLst>
        </pc:picChg>
        <pc:picChg chg="add">
          <ac:chgData name="Stefan Stanimirovic" userId="S::s.steff@elfak.rs::8e5fd681-8c51-422f-b483-aad843794d5d" providerId="AD" clId="Web-{EED6D19E-2282-4CEA-9FC8-58D598332E81}" dt="2026-06-25T06:46:53.286" v="27"/>
          <ac:picMkLst>
            <pc:docMk/>
            <pc:sldMk cId="784327987" sldId="285"/>
            <ac:picMk id="13" creationId="{33AA8AC3-6A99-48DF-9135-CCDDD62E932B}"/>
          </ac:picMkLst>
        </pc:picChg>
      </pc:sldChg>
      <pc:sldChg chg="modSp add ord replId">
        <pc:chgData name="Stefan Stanimirovic" userId="S::s.steff@elfak.rs::8e5fd681-8c51-422f-b483-aad843794d5d" providerId="AD" clId="Web-{EED6D19E-2282-4CEA-9FC8-58D598332E81}" dt="2026-06-25T06:59:03.953" v="105" actId="20577"/>
        <pc:sldMkLst>
          <pc:docMk/>
          <pc:sldMk cId="4293276355" sldId="286"/>
        </pc:sldMkLst>
        <pc:spChg chg="mod">
          <ac:chgData name="Stefan Stanimirovic" userId="S::s.steff@elfak.rs::8e5fd681-8c51-422f-b483-aad843794d5d" providerId="AD" clId="Web-{EED6D19E-2282-4CEA-9FC8-58D598332E81}" dt="2026-06-25T06:59:03.953" v="105" actId="20577"/>
          <ac:spMkLst>
            <pc:docMk/>
            <pc:sldMk cId="4293276355" sldId="286"/>
            <ac:spMk id="2" creationId="{ED55F6DC-AA80-7CEE-53EF-F39AD058F2F2}"/>
          </ac:spMkLst>
        </pc:spChg>
      </pc:sldChg>
      <pc:sldChg chg="modSp add ord replId">
        <pc:chgData name="Stefan Stanimirovic" userId="S::s.steff@elfak.rs::8e5fd681-8c51-422f-b483-aad843794d5d" providerId="AD" clId="Web-{EED6D19E-2282-4CEA-9FC8-58D598332E81}" dt="2026-06-25T06:59:12.516" v="106" actId="20577"/>
        <pc:sldMkLst>
          <pc:docMk/>
          <pc:sldMk cId="3551543936" sldId="287"/>
        </pc:sldMkLst>
        <pc:spChg chg="mod">
          <ac:chgData name="Stefan Stanimirovic" userId="S::s.steff@elfak.rs::8e5fd681-8c51-422f-b483-aad843794d5d" providerId="AD" clId="Web-{EED6D19E-2282-4CEA-9FC8-58D598332E81}" dt="2026-06-25T06:59:12.516" v="106" actId="20577"/>
          <ac:spMkLst>
            <pc:docMk/>
            <pc:sldMk cId="3551543936" sldId="287"/>
            <ac:spMk id="2" creationId="{4ECDCB2E-826E-9CF2-147C-135EEACBC6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CBED6-CF35-444F-BD2B-7E7A70DB0642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3AC51-9FB3-4EDC-A330-FB891E032380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7567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6430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4175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082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12832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9651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57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905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3142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156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598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55648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6614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59336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58869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88531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71577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1774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4AC62-F6F6-4D65-9297-4925B1D4409D}" type="datetimeFigureOut">
              <a:rPr lang="sr-Latn-RS" smtClean="0"/>
              <a:t>25.6.2026.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B5D16-DAFF-41C3-A4EB-8A250C2657D3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49044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electronjs.or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6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8.jpe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3CE6-2754-4214-BF25-F04CC3A2A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37" y="2675653"/>
            <a:ext cx="8833561" cy="1489182"/>
          </a:xfrm>
        </p:spPr>
        <p:txBody>
          <a:bodyPr/>
          <a:lstStyle/>
          <a:p>
            <a:pPr algn="l"/>
            <a:r>
              <a:rPr lang="sr-Latn-RS" sz="3700">
                <a:ea typeface="+mj-lt"/>
                <a:cs typeface="+mj-lt"/>
              </a:rPr>
              <a:t>ELECTRON FRAMEWORK ZA RAZVOJ MULTIPALFORMSKIH DESKTOP APLIKACIJA</a:t>
            </a:r>
            <a:endParaRPr lang="en-US" sz="3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F59CA-53FD-4155-AF20-4C54E960E3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da-DK" dirty="0"/>
              <a:t>Stefan Stanimirovic 2172</a:t>
            </a:r>
            <a:endParaRPr lang="sr-Latn-RS" dirty="0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C1BC1525-3C97-24A9-DD39-691240604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718" y="2633890"/>
            <a:ext cx="1553936" cy="159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4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3469-04FA-52F9-8182-91EB3D50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SADRŽAJ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ADE1CA6-ED53-F596-7319-ECCF34260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9922" y="2176320"/>
            <a:ext cx="9713057" cy="3039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Šta je Electron?</a:t>
            </a:r>
            <a:endParaRPr lang="sr-Latn-RS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Komponente electrona</a:t>
            </a:r>
            <a:endParaRPr lang="en-US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Procesni model</a:t>
            </a:r>
            <a:endParaRPr lang="en-US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Prednosti i mane</a:t>
            </a:r>
            <a:endParaRPr lang="en-US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Aplikacije koje koriste Electron</a:t>
            </a:r>
            <a:endParaRPr lang="en-US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Kreiranje Electron aplikacije</a:t>
            </a:r>
            <a:endParaRPr lang="en-US">
              <a:latin typeface="Trebuchet MS (Body)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Kreiranje Node.js servera</a:t>
            </a: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 dirty="0">
                <a:latin typeface="Trebuchet MS (Body)"/>
              </a:rPr>
              <a:t> </a:t>
            </a:r>
            <a:r>
              <a:rPr lang="pl-PL" sz="1800">
                <a:solidFill>
                  <a:srgbClr val="FFFFFF"/>
                </a:solidFill>
                <a:latin typeface="Trebuchet MS"/>
              </a:rPr>
              <a:t>Pakovanje aplikacije</a:t>
            </a:r>
            <a:endParaRPr lang="pl-PL" sz="1800" dirty="0">
              <a:latin typeface="Trebuchet MS (Body)"/>
            </a:endParaRPr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32E6359B-46A9-4A6F-F3D4-2D2A30803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31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8698-0410-46D9-85FB-09AB606C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/>
              <a:t>Šta je electron</a:t>
            </a:r>
            <a:endParaRPr lang="sr-Latn-R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0DDBA4-9BAF-432C-9287-60FE58026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722" y="2371470"/>
            <a:ext cx="9713057" cy="4144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Framework otvorenog koda i besplatan za korišćenje</a:t>
            </a:r>
            <a:endParaRPr lang="pl-PL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Razvoj aplikacija koji podržava više platformi</a:t>
            </a:r>
            <a:endParaRPr lang="pl-PL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Podrška OpenJS fondacije</a:t>
            </a:r>
            <a:endParaRPr lang="pl-PL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Razvijanje desktop aplikacija</a:t>
            </a:r>
            <a:endParaRPr lang="pl-PL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Korišćenje web tehnologija (HTML, CSS, JavaScript)</a:t>
            </a:r>
            <a:endParaRPr lang="pl-PL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latin typeface="Trebuchet MS (Body)"/>
                <a:ea typeface="+mn-lt"/>
                <a:cs typeface="+mn-lt"/>
              </a:rPr>
              <a:t> Integracija Chromium-a i Node.js</a:t>
            </a:r>
            <a:endParaRPr lang="pl-PL" sz="180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pl-PL" sz="1800" dirty="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pl-PL" sz="1800" dirty="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pl-PL" sz="1800" dirty="0">
              <a:latin typeface="Trebuchet MS (Body)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pl-PL" sz="1800" dirty="0">
              <a:latin typeface="Trebuchet MS (Body)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pl-PL" sz="1800" dirty="0">
              <a:latin typeface="Trebuchet MS (Body)"/>
            </a:endParaRPr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7D0849F6-D82B-8C27-6698-91A0262C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34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8698-0410-46D9-85FB-09AB606C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>
                <a:solidFill>
                  <a:srgbClr val="FFFFFF"/>
                </a:solidFill>
              </a:rPr>
              <a:t>Komponente </a:t>
            </a:r>
            <a:r>
              <a:rPr lang="sr-Latn-RS"/>
              <a:t>elektrona</a:t>
            </a:r>
            <a:r>
              <a:rPr lang="sr-Latn-RS" dirty="0"/>
              <a:t>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0DDBA4-9BAF-432C-9287-60FE580269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123" y="2351254"/>
            <a:ext cx="9695341" cy="365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2000" b="1"/>
              <a:t>Chromium</a:t>
            </a:r>
            <a:endParaRPr lang="sr-Latn-RS" sz="2000" b="1"/>
          </a:p>
          <a:p>
            <a:pPr>
              <a:buClr>
                <a:schemeClr val="accent1"/>
              </a:buClr>
              <a:buFont typeface="Wingdings"/>
              <a:buChar char="v"/>
            </a:pPr>
            <a:r>
              <a:rPr lang="en-US" sz="1800" dirty="0"/>
              <a:t> Open-source web browser koji je </a:t>
            </a:r>
            <a:r>
              <a:rPr lang="en-US" sz="1800" dirty="0" err="1"/>
              <a:t>osnovni</a:t>
            </a:r>
            <a:r>
              <a:rPr lang="en-US" sz="1800" dirty="0"/>
              <a:t> </a:t>
            </a:r>
            <a:r>
              <a:rPr lang="en-US" sz="1800" dirty="0" err="1"/>
              <a:t>okvir</a:t>
            </a:r>
            <a:r>
              <a:rPr lang="en-US" sz="1800" dirty="0"/>
              <a:t> za Google Chrome. </a:t>
            </a:r>
            <a:endParaRPr lang="sr-Latn-RS" sz="1800"/>
          </a:p>
          <a:p>
            <a:pPr>
              <a:buClr>
                <a:schemeClr val="accent1"/>
              </a:buClr>
              <a:buFont typeface="Wingdings"/>
              <a:buChar char="v"/>
            </a:pPr>
            <a:r>
              <a:rPr lang="en-US" sz="1800" dirty="0"/>
              <a:t> </a:t>
            </a:r>
            <a:r>
              <a:rPr lang="en-US" sz="1800" dirty="0" err="1"/>
              <a:t>Omogućava</a:t>
            </a:r>
            <a:r>
              <a:rPr lang="en-US" sz="1800" dirty="0"/>
              <a:t> </a:t>
            </a:r>
            <a:r>
              <a:rPr lang="en-US" sz="1800" dirty="0" err="1"/>
              <a:t>prikazivanje</a:t>
            </a:r>
            <a:r>
              <a:rPr lang="en-US" sz="1800" dirty="0"/>
              <a:t> </a:t>
            </a:r>
            <a:r>
              <a:rPr lang="en-US" sz="1800" dirty="0" err="1"/>
              <a:t>korisničkog</a:t>
            </a:r>
            <a:r>
              <a:rPr lang="en-US" sz="1800" dirty="0"/>
              <a:t> </a:t>
            </a:r>
            <a:r>
              <a:rPr lang="en-US" sz="1800" dirty="0" err="1"/>
              <a:t>interfejsa</a:t>
            </a:r>
            <a:r>
              <a:rPr lang="en-US" sz="1800" dirty="0"/>
              <a:t> </a:t>
            </a:r>
            <a:r>
              <a:rPr lang="en-US" sz="1800" dirty="0" err="1"/>
              <a:t>aplikacije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koristi</a:t>
            </a:r>
            <a:r>
              <a:rPr lang="en-US" sz="1800" dirty="0"/>
              <a:t> Chromium za </a:t>
            </a:r>
            <a:r>
              <a:rPr lang="en-US" sz="1800" dirty="0" err="1"/>
              <a:t>pružanje</a:t>
            </a:r>
            <a:r>
              <a:rPr lang="en-US" sz="1800" dirty="0"/>
              <a:t> </a:t>
            </a:r>
            <a:r>
              <a:rPr lang="en-US" sz="1800" dirty="0" err="1"/>
              <a:t>funkcionalnog</a:t>
            </a:r>
            <a:r>
              <a:rPr lang="en-US" sz="1800" dirty="0"/>
              <a:t> </a:t>
            </a:r>
            <a:r>
              <a:rPr lang="en-US" sz="1800" dirty="0" err="1"/>
              <a:t>pretraživačkog</a:t>
            </a:r>
            <a:r>
              <a:rPr lang="en-US" sz="1800" dirty="0"/>
              <a:t> </a:t>
            </a:r>
            <a:r>
              <a:rPr lang="en-US" sz="1800" dirty="0" err="1"/>
              <a:t>prozora</a:t>
            </a:r>
            <a:r>
              <a:rPr lang="en-US" sz="1800" dirty="0"/>
              <a:t> koji </a:t>
            </a:r>
            <a:r>
              <a:rPr lang="en-US" sz="1800" dirty="0" err="1"/>
              <a:t>može</a:t>
            </a:r>
            <a:r>
              <a:rPr lang="en-US" sz="1800" dirty="0"/>
              <a:t> </a:t>
            </a:r>
            <a:r>
              <a:rPr lang="en-US" sz="1800" dirty="0" err="1"/>
              <a:t>prikazivati</a:t>
            </a:r>
            <a:r>
              <a:rPr lang="en-US" sz="1800" dirty="0"/>
              <a:t> HTML, CSS </a:t>
            </a:r>
            <a:r>
              <a:rPr lang="en-US" sz="1800" dirty="0" err="1"/>
              <a:t>i</a:t>
            </a:r>
            <a:r>
              <a:rPr lang="en-US" sz="1800" dirty="0"/>
              <a:t> JavaScript </a:t>
            </a:r>
            <a:r>
              <a:rPr lang="en-US" sz="1800" dirty="0" err="1"/>
              <a:t>sadržaj</a:t>
            </a:r>
            <a:r>
              <a:rPr lang="en-US" sz="1800" dirty="0"/>
              <a:t>. </a:t>
            </a:r>
            <a:endParaRPr lang="sr-Latn-RS" sz="1800"/>
          </a:p>
          <a:p>
            <a:pPr>
              <a:buClr>
                <a:schemeClr val="accent1"/>
              </a:buClr>
              <a:buFont typeface="Wingdings"/>
              <a:buChar char="v"/>
            </a:pPr>
            <a:endParaRPr lang="en-US" sz="1800" dirty="0"/>
          </a:p>
          <a:p>
            <a:pPr marL="0" indent="0">
              <a:buClr>
                <a:schemeClr val="accent1"/>
              </a:buClr>
              <a:buNone/>
            </a:pPr>
            <a:r>
              <a:rPr lang="en-US" sz="2000" b="1"/>
              <a:t>Node.js </a:t>
            </a:r>
            <a:endParaRPr lang="sr-Latn-RS" sz="2000" b="1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 JavaScript runtime </a:t>
            </a:r>
            <a:r>
              <a:rPr lang="en-US" sz="1800" dirty="0" err="1"/>
              <a:t>okruženje</a:t>
            </a:r>
            <a:r>
              <a:rPr lang="en-US" sz="1800" dirty="0"/>
              <a:t> </a:t>
            </a:r>
            <a:r>
              <a:rPr lang="en-US" sz="1800" dirty="0" err="1"/>
              <a:t>koje</a:t>
            </a:r>
            <a:r>
              <a:rPr lang="en-US" sz="1800" dirty="0"/>
              <a:t> </a:t>
            </a:r>
            <a:r>
              <a:rPr lang="en-US" sz="1800" dirty="0" err="1"/>
              <a:t>omogućava</a:t>
            </a:r>
            <a:r>
              <a:rPr lang="en-US" sz="1800" dirty="0"/>
              <a:t> </a:t>
            </a:r>
            <a:r>
              <a:rPr lang="en-US" sz="1800" dirty="0" err="1"/>
              <a:t>pokretanje</a:t>
            </a:r>
            <a:r>
              <a:rPr lang="en-US" sz="1800" dirty="0"/>
              <a:t> </a:t>
            </a:r>
            <a:endParaRPr lang="sr-Latn-RS" sz="1800"/>
          </a:p>
          <a:p>
            <a:pPr>
              <a:buClr>
                <a:schemeClr val="accent1"/>
              </a:buClr>
              <a:buFont typeface="Wingdings"/>
              <a:buChar char="v"/>
            </a:pPr>
            <a:r>
              <a:rPr lang="en-US" sz="1800" dirty="0"/>
              <a:t> JavaScript </a:t>
            </a:r>
            <a:r>
              <a:rPr lang="en-US" sz="1800" dirty="0" err="1"/>
              <a:t>koda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serveru</a:t>
            </a:r>
            <a:r>
              <a:rPr lang="en-US" sz="1800" dirty="0"/>
              <a:t>. </a:t>
            </a:r>
            <a:r>
              <a:rPr lang="en-US" sz="1800" dirty="0" err="1"/>
              <a:t>Pruža</a:t>
            </a:r>
            <a:r>
              <a:rPr lang="en-US" sz="1800" dirty="0"/>
              <a:t> </a:t>
            </a:r>
            <a:r>
              <a:rPr lang="en-US" sz="1800" dirty="0" err="1"/>
              <a:t>pristup</a:t>
            </a:r>
            <a:r>
              <a:rPr lang="en-US" sz="1800" dirty="0"/>
              <a:t> </a:t>
            </a:r>
            <a:r>
              <a:rPr lang="en-US" sz="1800" dirty="0" err="1"/>
              <a:t>lokalnim</a:t>
            </a:r>
            <a:r>
              <a:rPr lang="en-US" sz="1800" dirty="0"/>
              <a:t> </a:t>
            </a:r>
            <a:r>
              <a:rPr lang="en-US" sz="1800" dirty="0" err="1"/>
              <a:t>sistemskim</a:t>
            </a:r>
            <a:r>
              <a:rPr lang="en-US" sz="1800" dirty="0"/>
              <a:t> </a:t>
            </a:r>
            <a:r>
              <a:rPr lang="en-US" sz="1800" dirty="0" err="1"/>
              <a:t>resursima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funkcijama</a:t>
            </a:r>
            <a:r>
              <a:rPr lang="en-US" sz="1800" dirty="0"/>
              <a:t>. </a:t>
            </a:r>
            <a:r>
              <a:rPr lang="en-US" sz="1800" dirty="0" err="1"/>
              <a:t>Kombinovanjem</a:t>
            </a:r>
            <a:r>
              <a:rPr lang="en-US" sz="1800" dirty="0"/>
              <a:t> Chromium-a </a:t>
            </a:r>
            <a:r>
              <a:rPr lang="en-US" sz="1800" dirty="0" err="1"/>
              <a:t>i</a:t>
            </a:r>
            <a:r>
              <a:rPr lang="en-US" sz="1800" dirty="0"/>
              <a:t> Node.js-a, </a:t>
            </a:r>
            <a:r>
              <a:rPr lang="en-US" sz="1800" dirty="0" err="1"/>
              <a:t>moguće</a:t>
            </a:r>
            <a:r>
              <a:rPr lang="en-US" sz="1800" dirty="0"/>
              <a:t> je </a:t>
            </a:r>
            <a:r>
              <a:rPr lang="en-US" sz="1800" dirty="0" err="1"/>
              <a:t>razviti</a:t>
            </a:r>
            <a:r>
              <a:rPr lang="en-US" sz="1800" dirty="0"/>
              <a:t> desktop </a:t>
            </a:r>
            <a:r>
              <a:rPr lang="en-US" sz="1800" dirty="0" err="1"/>
              <a:t>aplikacije</a:t>
            </a:r>
            <a:r>
              <a:rPr lang="en-US" sz="1800" dirty="0"/>
              <a:t> </a:t>
            </a:r>
            <a:r>
              <a:rPr lang="en-US" sz="1800" dirty="0" err="1"/>
              <a:t>koristeći</a:t>
            </a:r>
            <a:r>
              <a:rPr lang="en-US" sz="1800" dirty="0"/>
              <a:t> web </a:t>
            </a:r>
            <a:r>
              <a:rPr lang="en-US" sz="1800" dirty="0" err="1"/>
              <a:t>tehnologije</a:t>
            </a:r>
            <a:r>
              <a:rPr lang="en-US" sz="1800" dirty="0"/>
              <a:t>.</a:t>
            </a:r>
            <a:endParaRPr lang="sr-Latn-RS" sz="1800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242E871C-8EE0-78E2-F9FA-1F3C61622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1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8698-0410-46D9-85FB-09AB606C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r-Latn-RS">
                <a:ea typeface="+mj-lt"/>
                <a:cs typeface="+mj-lt"/>
              </a:rPr>
              <a:t>Procesni model</a:t>
            </a:r>
            <a:endParaRPr lang="sr-Latn-RS" b="1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D14D4166-6F7B-4211-25DB-10D37DD0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947F3F32-7B82-AF7C-3A3F-5F39A993AE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722" y="2353949"/>
            <a:ext cx="9713057" cy="2590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900" dirty="0">
                <a:latin typeface="Trebuchet MS"/>
              </a:rPr>
              <a:t> </a:t>
            </a:r>
            <a:r>
              <a:rPr lang="en-US" sz="1900" err="1">
                <a:latin typeface="Trebuchet MS"/>
              </a:rPr>
              <a:t>Više-procesni</a:t>
            </a:r>
            <a:r>
              <a:rPr lang="en-US" sz="1900" dirty="0">
                <a:latin typeface="Trebuchet MS"/>
              </a:rPr>
              <a:t> model </a:t>
            </a:r>
            <a:endParaRPr lang="pl-PL" sz="1900">
              <a:latin typeface="Trebuchet MS"/>
            </a:endParaRPr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Wingdings" panose="020B0604020202020204" pitchFamily="34" charset="0"/>
              <a:buChar char="v"/>
            </a:pP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veća</a:t>
            </a: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fleksibilnost</a:t>
            </a:r>
            <a:r>
              <a:rPr lang="en-US" sz="1800" dirty="0">
                <a:latin typeface="Trebuchet MS"/>
              </a:rPr>
              <a:t> </a:t>
            </a:r>
            <a:endParaRPr lang="pl-PL" sz="1800">
              <a:latin typeface="Trebuchet MS"/>
            </a:endParaRPr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Wingdings" panose="020B0604020202020204" pitchFamily="34" charset="0"/>
              <a:buChar char="v"/>
            </a:pP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sigurnost</a:t>
            </a:r>
            <a:r>
              <a:rPr lang="en-US" sz="1800" dirty="0">
                <a:latin typeface="Trebuchet MS"/>
              </a:rPr>
              <a:t> </a:t>
            </a:r>
            <a:endParaRPr lang="pl-PL" sz="1800">
              <a:latin typeface="Trebuchet MS"/>
            </a:endParaRPr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Wingdings" panose="020B0604020202020204" pitchFamily="34" charset="0"/>
              <a:buChar char="v"/>
            </a:pP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efikasnost</a:t>
            </a:r>
            <a:r>
              <a:rPr lang="en-US" sz="1800" dirty="0">
                <a:latin typeface="Trebuchet MS"/>
              </a:rPr>
              <a:t> u </a:t>
            </a:r>
            <a:r>
              <a:rPr lang="en-US" sz="1800" dirty="0" err="1">
                <a:latin typeface="Trebuchet MS"/>
              </a:rPr>
              <a:t>razvoju</a:t>
            </a: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aplikacija</a:t>
            </a:r>
            <a:r>
              <a:rPr lang="en-US" sz="1800" dirty="0">
                <a:latin typeface="Trebuchet MS"/>
              </a:rPr>
              <a:t> </a:t>
            </a:r>
            <a:endParaRPr lang="pl-PL" sz="1800">
              <a:latin typeface="Trebuchet MS"/>
            </a:endParaRPr>
          </a:p>
          <a:p>
            <a:pPr lvl="1">
              <a:lnSpc>
                <a:spcPct val="100000"/>
              </a:lnSpc>
              <a:buClr>
                <a:schemeClr val="accent1"/>
              </a:buClr>
              <a:buFont typeface="Wingdings" panose="020B0604020202020204" pitchFamily="34" charset="0"/>
              <a:buChar char="v"/>
            </a:pP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potiče</a:t>
            </a:r>
            <a:r>
              <a:rPr lang="en-US" sz="1800" dirty="0">
                <a:latin typeface="Trebuchet MS"/>
              </a:rPr>
              <a:t> </a:t>
            </a:r>
            <a:r>
              <a:rPr lang="en-US" sz="1800" dirty="0" err="1">
                <a:latin typeface="Trebuchet MS"/>
              </a:rPr>
              <a:t>iz</a:t>
            </a:r>
            <a:r>
              <a:rPr lang="en-US" sz="1800" dirty="0">
                <a:latin typeface="Trebuchet MS"/>
              </a:rPr>
              <a:t> Chromium-a </a:t>
            </a:r>
            <a:endParaRPr lang="pl-PL" sz="1800">
              <a:latin typeface="Trebuchet MS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900" dirty="0">
                <a:latin typeface="Trebuchet MS"/>
              </a:rPr>
              <a:t> </a:t>
            </a:r>
            <a:r>
              <a:rPr lang="en-US" sz="1900" err="1">
                <a:latin typeface="Trebuchet MS"/>
              </a:rPr>
              <a:t>Glavni</a:t>
            </a:r>
            <a:r>
              <a:rPr lang="en-US" sz="1900" dirty="0">
                <a:latin typeface="Trebuchet MS"/>
              </a:rPr>
              <a:t> </a:t>
            </a:r>
            <a:r>
              <a:rPr lang="en-US" sz="1900" err="1">
                <a:latin typeface="Trebuchet MS"/>
              </a:rPr>
              <a:t>proces</a:t>
            </a:r>
            <a:r>
              <a:rPr lang="en-US" sz="1900" dirty="0">
                <a:latin typeface="Trebuchet MS"/>
              </a:rPr>
              <a:t> (Main Process) </a:t>
            </a:r>
            <a:endParaRPr lang="pl-PL" sz="1900">
              <a:latin typeface="Trebuchet MS"/>
            </a:endParaRPr>
          </a:p>
          <a:p>
            <a:pPr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900" dirty="0">
                <a:latin typeface="Trebuchet MS"/>
              </a:rPr>
              <a:t> Renderer </a:t>
            </a:r>
            <a:r>
              <a:rPr lang="en-US" sz="1900" dirty="0" err="1">
                <a:latin typeface="Trebuchet MS"/>
              </a:rPr>
              <a:t>proces</a:t>
            </a:r>
            <a:r>
              <a:rPr lang="en-US" sz="1900" dirty="0">
                <a:latin typeface="Trebuchet MS"/>
              </a:rPr>
              <a:t> (Renderer Process) </a:t>
            </a:r>
            <a:endParaRPr lang="pl-PL" sz="1900"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1136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41D6-BE22-ACB7-55E9-429B2E5A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Glavni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proces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1605-603F-F9E1-CB5A-D07ABED36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1871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1800" b="1" dirty="0" err="1">
                <a:ea typeface="+mn-lt"/>
                <a:cs typeface="+mn-lt"/>
              </a:rPr>
              <a:t>Pokreće</a:t>
            </a:r>
            <a:r>
              <a:rPr lang="en-US" sz="1800" b="1" dirty="0">
                <a:ea typeface="+mn-lt"/>
                <a:cs typeface="+mn-lt"/>
              </a:rPr>
              <a:t> Node.js </a:t>
            </a:r>
            <a:r>
              <a:rPr lang="en-US" sz="1800" b="1" dirty="0" err="1">
                <a:ea typeface="+mn-lt"/>
                <a:cs typeface="+mn-lt"/>
              </a:rPr>
              <a:t>okruženje</a:t>
            </a:r>
            <a:r>
              <a:rPr lang="en-US" sz="1800" dirty="0">
                <a:ea typeface="+mn-lt"/>
                <a:cs typeface="+mn-lt"/>
              </a:rPr>
              <a:t> - Koristi Node.js za </a:t>
            </a:r>
            <a:r>
              <a:rPr lang="en-US" sz="1800" dirty="0" err="1">
                <a:ea typeface="+mn-lt"/>
                <a:cs typeface="+mn-lt"/>
              </a:rPr>
              <a:t>pristup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lokalnim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resursima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poput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fajl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sistema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mrežnih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zahteva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baza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podataka</a:t>
            </a:r>
            <a:r>
              <a:rPr lang="en-US" sz="1800" dirty="0">
                <a:ea typeface="+mn-lt"/>
                <a:cs typeface="+mn-lt"/>
              </a:rPr>
              <a:t>. </a:t>
            </a:r>
            <a:r>
              <a:rPr lang="en-US" sz="1800" dirty="0" err="1">
                <a:ea typeface="+mn-lt"/>
                <a:cs typeface="+mn-lt"/>
              </a:rPr>
              <a:t>Omogućava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operacije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koje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nisu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dozvoljene</a:t>
            </a:r>
            <a:r>
              <a:rPr lang="en-US" sz="1800" dirty="0">
                <a:ea typeface="+mn-lt"/>
                <a:cs typeface="+mn-lt"/>
              </a:rPr>
              <a:t> u renderer </a:t>
            </a:r>
            <a:r>
              <a:rPr lang="en-US" sz="1800" dirty="0" err="1">
                <a:ea typeface="+mn-lt"/>
                <a:cs typeface="+mn-lt"/>
              </a:rPr>
              <a:t>procesu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kao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što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su</a:t>
            </a:r>
            <a:r>
              <a:rPr lang="en-US" sz="1800" dirty="0">
                <a:ea typeface="+mn-lt"/>
                <a:cs typeface="+mn-lt"/>
              </a:rPr>
              <a:t> rad </a:t>
            </a:r>
            <a:r>
              <a:rPr lang="en-US" sz="1800" dirty="0" err="1">
                <a:ea typeface="+mn-lt"/>
                <a:cs typeface="+mn-lt"/>
              </a:rPr>
              <a:t>sa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fajlovima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interakcija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spoljnim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programima.Takođe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omogućava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korišćenje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npm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paketa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 marL="342900" indent="-342900">
              <a:buAutoNum type="arabicPeriod"/>
            </a:pPr>
            <a:r>
              <a:rPr lang="en-US" sz="1800" b="1" dirty="0">
                <a:ea typeface="+mn-lt"/>
                <a:cs typeface="+mn-lt"/>
              </a:rPr>
              <a:t>Kreira </a:t>
            </a:r>
            <a:r>
              <a:rPr lang="en-US" sz="1800" b="1" dirty="0" err="1">
                <a:ea typeface="+mn-lt"/>
                <a:cs typeface="+mn-lt"/>
              </a:rPr>
              <a:t>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upravlja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prozorima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dirty="0">
                <a:ea typeface="+mn-lt"/>
                <a:cs typeface="+mn-lt"/>
              </a:rPr>
              <a:t>- Za </a:t>
            </a:r>
            <a:r>
              <a:rPr lang="en-US" sz="1800" dirty="0" err="1">
                <a:ea typeface="+mn-lt"/>
                <a:cs typeface="+mn-lt"/>
              </a:rPr>
              <a:t>kreiranje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koristi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dirty="0" err="1">
                <a:ea typeface="+mn-lt"/>
                <a:cs typeface="+mn-lt"/>
              </a:rPr>
              <a:t>objekat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BrowserWindow</a:t>
            </a:r>
            <a:r>
              <a:rPr lang="en-US" sz="1800" dirty="0">
                <a:ea typeface="+mn-lt"/>
                <a:cs typeface="+mn-lt"/>
              </a:rPr>
              <a:t>. Glavni </a:t>
            </a:r>
            <a:r>
              <a:rPr lang="en-US" sz="1800" dirty="0" err="1">
                <a:ea typeface="+mn-lt"/>
                <a:cs typeface="+mn-lt"/>
              </a:rPr>
              <a:t>proces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upravlja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veličinom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pozicijom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ponašanjem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prozora</a:t>
            </a:r>
            <a:r>
              <a:rPr lang="en-US" sz="1800" dirty="0">
                <a:ea typeface="+mn-lt"/>
                <a:cs typeface="+mn-lt"/>
              </a:rPr>
              <a:t>. </a:t>
            </a:r>
            <a:r>
              <a:rPr lang="en-US" sz="1800" dirty="0" err="1">
                <a:ea typeface="+mn-lt"/>
                <a:cs typeface="+mn-lt"/>
              </a:rPr>
              <a:t>Prozor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učitava</a:t>
            </a:r>
            <a:r>
              <a:rPr lang="en-US" sz="1800" dirty="0">
                <a:ea typeface="+mn-lt"/>
                <a:cs typeface="+mn-lt"/>
              </a:rPr>
              <a:t> HTML, CSS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JavaScript </a:t>
            </a:r>
            <a:r>
              <a:rPr lang="en-US" sz="1800" dirty="0" err="1">
                <a:ea typeface="+mn-lt"/>
                <a:cs typeface="+mn-lt"/>
              </a:rPr>
              <a:t>sadržaj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sa</a:t>
            </a:r>
            <a:r>
              <a:rPr lang="en-US" sz="1800" dirty="0">
                <a:ea typeface="+mn-lt"/>
                <a:cs typeface="+mn-lt"/>
              </a:rPr>
              <a:t> render </a:t>
            </a:r>
            <a:r>
              <a:rPr lang="en-US" sz="1800" dirty="0" err="1">
                <a:ea typeface="+mn-lt"/>
                <a:cs typeface="+mn-lt"/>
              </a:rPr>
              <a:t>procesa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bilo</a:t>
            </a:r>
            <a:r>
              <a:rPr lang="en-US" sz="1800" dirty="0">
                <a:ea typeface="+mn-lt"/>
                <a:cs typeface="+mn-lt"/>
              </a:rPr>
              <a:t> da </a:t>
            </a:r>
            <a:r>
              <a:rPr lang="en-US" sz="1800" dirty="0" err="1">
                <a:ea typeface="+mn-lt"/>
                <a:cs typeface="+mn-lt"/>
              </a:rPr>
              <a:t>su</a:t>
            </a:r>
            <a:r>
              <a:rPr lang="en-US" sz="1800" dirty="0">
                <a:ea typeface="+mn-lt"/>
                <a:cs typeface="+mn-lt"/>
              </a:rPr>
              <a:t> to </a:t>
            </a:r>
            <a:r>
              <a:rPr lang="en-US" sz="1800" dirty="0" err="1">
                <a:ea typeface="+mn-lt"/>
                <a:cs typeface="+mn-lt"/>
              </a:rPr>
              <a:t>lokalni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fajlovi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ili</a:t>
            </a:r>
            <a:r>
              <a:rPr lang="en-US" sz="1800" dirty="0">
                <a:ea typeface="+mn-lt"/>
                <a:cs typeface="+mn-lt"/>
              </a:rPr>
              <a:t> web </a:t>
            </a:r>
            <a:r>
              <a:rPr lang="en-US" sz="1800" dirty="0" err="1">
                <a:ea typeface="+mn-lt"/>
                <a:cs typeface="+mn-lt"/>
              </a:rPr>
              <a:t>aplikacije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/>
          </a:p>
          <a:p>
            <a:pPr marL="342900" indent="-342900">
              <a:buAutoNum type="arabicPeriod"/>
            </a:pPr>
            <a:r>
              <a:rPr lang="en-US" sz="1800" b="1" dirty="0" err="1">
                <a:ea typeface="+mn-lt"/>
                <a:cs typeface="+mn-lt"/>
              </a:rPr>
              <a:t>Kontroliše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životni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ciklus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aplikacije</a:t>
            </a:r>
            <a:r>
              <a:rPr lang="en-US" sz="1800" dirty="0">
                <a:ea typeface="+mn-lt"/>
                <a:cs typeface="+mn-lt"/>
              </a:rPr>
              <a:t> - </a:t>
            </a:r>
            <a:r>
              <a:rPr lang="en-US" sz="1800" dirty="0" err="1">
                <a:ea typeface="+mn-lt"/>
                <a:cs typeface="+mn-lt"/>
              </a:rPr>
              <a:t>Koristi</a:t>
            </a:r>
            <a:r>
              <a:rPr lang="en-US" sz="1800" dirty="0">
                <a:ea typeface="+mn-lt"/>
                <a:cs typeface="+mn-lt"/>
              </a:rPr>
              <a:t> app </a:t>
            </a:r>
            <a:r>
              <a:rPr lang="en-US" sz="1800" dirty="0" err="1">
                <a:ea typeface="+mn-lt"/>
                <a:cs typeface="+mn-lt"/>
              </a:rPr>
              <a:t>objekat</a:t>
            </a:r>
            <a:r>
              <a:rPr lang="en-US" sz="1800" dirty="0">
                <a:ea typeface="+mn-lt"/>
                <a:cs typeface="+mn-lt"/>
              </a:rPr>
              <a:t> za </a:t>
            </a:r>
            <a:r>
              <a:rPr lang="en-US" sz="1800" dirty="0" err="1">
                <a:ea typeface="+mn-lt"/>
                <a:cs typeface="+mn-lt"/>
              </a:rPr>
              <a:t>praćenje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životnog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ciklusa</a:t>
            </a:r>
            <a:r>
              <a:rPr lang="en-US" sz="1800" dirty="0">
                <a:ea typeface="+mn-lt"/>
                <a:cs typeface="+mn-lt"/>
              </a:rPr>
              <a:t>. </a:t>
            </a:r>
            <a:r>
              <a:rPr lang="en-US" sz="1800" dirty="0" err="1">
                <a:ea typeface="+mn-lt"/>
                <a:cs typeface="+mn-lt"/>
              </a:rPr>
              <a:t>Pokretanje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aplikacije</a:t>
            </a:r>
            <a:r>
              <a:rPr lang="en-US" sz="1800" dirty="0">
                <a:ea typeface="+mn-lt"/>
                <a:cs typeface="+mn-lt"/>
              </a:rPr>
              <a:t>: </a:t>
            </a:r>
            <a:r>
              <a:rPr lang="en-US" sz="1800" dirty="0" err="1">
                <a:ea typeface="+mn-lt"/>
                <a:cs typeface="+mn-lt"/>
              </a:rPr>
              <a:t>Glavni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proces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dirty="0" err="1">
                <a:ea typeface="+mn-lt"/>
                <a:cs typeface="+mn-lt"/>
              </a:rPr>
              <a:t>pokreće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stvara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početne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prozore</a:t>
            </a:r>
            <a:r>
              <a:rPr lang="en-US" sz="1800" dirty="0">
                <a:ea typeface="+mn-lt"/>
                <a:cs typeface="+mn-lt"/>
              </a:rPr>
              <a:t>. </a:t>
            </a:r>
            <a:r>
              <a:rPr lang="en-US" sz="1800" dirty="0" err="1">
                <a:ea typeface="+mn-lt"/>
                <a:cs typeface="+mn-lt"/>
              </a:rPr>
              <a:t>Zatvaranje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aplikacije</a:t>
            </a:r>
            <a:r>
              <a:rPr lang="en-US" sz="1800" dirty="0">
                <a:ea typeface="+mn-lt"/>
                <a:cs typeface="+mn-lt"/>
              </a:rPr>
              <a:t>: </a:t>
            </a:r>
            <a:r>
              <a:rPr lang="en-US" sz="1800" dirty="0" err="1">
                <a:ea typeface="+mn-lt"/>
                <a:cs typeface="+mn-lt"/>
              </a:rPr>
              <a:t>Glavni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proces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nadgleda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zatvaranje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izlazi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iz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aplikacije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kada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svi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zatvoreni.Na</a:t>
            </a:r>
            <a:r>
              <a:rPr lang="en-US" sz="1800" dirty="0">
                <a:ea typeface="+mn-lt"/>
                <a:cs typeface="+mn-lt"/>
              </a:rPr>
              <a:t> macOS-u, </a:t>
            </a:r>
            <a:r>
              <a:rPr lang="en-US" sz="1800" dirty="0" err="1">
                <a:ea typeface="+mn-lt"/>
                <a:cs typeface="+mn-lt"/>
              </a:rPr>
              <a:t>aplikacija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ostaje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aktivna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čak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kad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svi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zatvoreni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</p:txBody>
      </p:sp>
      <p:pic>
        <p:nvPicPr>
          <p:cNvPr id="5" name="Picture 4" descr="File:Electron Software Framework Logo.svg - Wikimedia Commons">
            <a:extLst>
              <a:ext uri="{FF2B5EF4-FFF2-40B4-BE49-F238E27FC236}">
                <a16:creationId xmlns:a16="http://schemas.microsoft.com/office/drawing/2014/main" id="{5E0B7C11-3EED-CE17-68A9-54FC9873F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4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CC8BB-A4D8-E165-AC3E-F158430A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7EA6-7375-5FD3-3048-86B3D576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/>
              <a:buChar char="v"/>
            </a:pPr>
            <a:r>
              <a:rPr lang="en-US" dirty="0">
                <a:ea typeface="+mj-lt"/>
                <a:cs typeface="+mj-lt"/>
              </a:rPr>
              <a:t>Render </a:t>
            </a:r>
            <a:r>
              <a:rPr lang="en-US" dirty="0" err="1">
                <a:ea typeface="+mj-lt"/>
                <a:cs typeface="+mj-lt"/>
              </a:rPr>
              <a:t>proces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A807D-2BDF-F693-7A57-10D7B8F42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1871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800" b="1" dirty="0" err="1">
                <a:ea typeface="+mn-lt"/>
                <a:cs typeface="+mn-lt"/>
              </a:rPr>
              <a:t>Renderovanje</a:t>
            </a:r>
            <a:r>
              <a:rPr lang="en-US" sz="1800" b="1" dirty="0">
                <a:ea typeface="+mn-lt"/>
                <a:cs typeface="+mn-lt"/>
              </a:rPr>
              <a:t> web </a:t>
            </a:r>
            <a:r>
              <a:rPr lang="en-US" sz="1800" b="1" dirty="0" err="1">
                <a:ea typeface="+mn-lt"/>
                <a:cs typeface="+mn-lt"/>
              </a:rPr>
              <a:t>sadržaja</a:t>
            </a:r>
            <a:r>
              <a:rPr lang="en-US" sz="1800" b="1" dirty="0">
                <a:ea typeface="+mn-lt"/>
                <a:cs typeface="+mn-lt"/>
              </a:rPr>
              <a:t>.</a:t>
            </a:r>
            <a:r>
              <a:rPr lang="en-US" sz="1800" dirty="0">
                <a:ea typeface="+mn-lt"/>
                <a:cs typeface="+mn-lt"/>
              </a:rPr>
              <a:t> </a:t>
            </a:r>
            <a:r>
              <a:rPr lang="en-US" sz="1800" dirty="0" err="1">
                <a:ea typeface="+mn-lt"/>
                <a:cs typeface="+mn-lt"/>
              </a:rPr>
              <a:t>Korišćenjem</a:t>
            </a:r>
            <a:r>
              <a:rPr lang="en-US" sz="1800" dirty="0">
                <a:ea typeface="+mn-lt"/>
                <a:cs typeface="+mn-lt"/>
              </a:rPr>
              <a:t> Chromium engine-a, </a:t>
            </a:r>
            <a:r>
              <a:rPr lang="en-US" sz="1800" dirty="0" err="1">
                <a:ea typeface="+mn-lt"/>
                <a:cs typeface="+mn-lt"/>
              </a:rPr>
              <a:t>prikazuje</a:t>
            </a:r>
            <a:r>
              <a:rPr lang="en-US" sz="1800" dirty="0">
                <a:ea typeface="+mn-lt"/>
                <a:cs typeface="+mn-lt"/>
              </a:rPr>
              <a:t> HTML, CSS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JavaScript </a:t>
            </a:r>
            <a:r>
              <a:rPr lang="en-US" sz="1800" dirty="0" err="1">
                <a:ea typeface="+mn-lt"/>
                <a:cs typeface="+mn-lt"/>
              </a:rPr>
              <a:t>sadržaj</a:t>
            </a:r>
            <a:r>
              <a:rPr lang="en-US" sz="1800" dirty="0">
                <a:ea typeface="+mn-lt"/>
                <a:cs typeface="+mn-lt"/>
              </a:rPr>
              <a:t> u </a:t>
            </a:r>
            <a:r>
              <a:rPr lang="en-US" sz="1800" dirty="0" err="1">
                <a:ea typeface="+mn-lt"/>
                <a:cs typeface="+mn-lt"/>
              </a:rPr>
              <a:t>izolovanom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okruženju</a:t>
            </a:r>
            <a:r>
              <a:rPr lang="en-US" sz="1800" dirty="0">
                <a:ea typeface="+mn-lt"/>
                <a:cs typeface="+mn-lt"/>
              </a:rPr>
              <a:t>. </a:t>
            </a:r>
            <a:r>
              <a:rPr lang="en-US" sz="1800" dirty="0" err="1">
                <a:ea typeface="+mn-lt"/>
                <a:cs typeface="+mn-lt"/>
              </a:rPr>
              <a:t>Ovaj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proces</a:t>
            </a:r>
            <a:r>
              <a:rPr lang="en-US" sz="1800" dirty="0">
                <a:ea typeface="+mn-lt"/>
                <a:cs typeface="+mn-lt"/>
              </a:rPr>
              <a:t> ne </a:t>
            </a:r>
            <a:r>
              <a:rPr lang="en-US" sz="1800" dirty="0" err="1">
                <a:ea typeface="+mn-lt"/>
                <a:cs typeface="+mn-lt"/>
              </a:rPr>
              <a:t>može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direktno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pristupiti</a:t>
            </a:r>
            <a:r>
              <a:rPr lang="en-US" sz="1800" dirty="0">
                <a:ea typeface="+mn-lt"/>
                <a:cs typeface="+mn-lt"/>
              </a:rPr>
              <a:t> Node.js API-</a:t>
            </a:r>
            <a:r>
              <a:rPr lang="en-US" sz="1800" dirty="0" err="1">
                <a:ea typeface="+mn-lt"/>
                <a:cs typeface="+mn-lt"/>
              </a:rPr>
              <a:t>ju</a:t>
            </a:r>
            <a:r>
              <a:rPr lang="en-US" sz="1800" dirty="0">
                <a:ea typeface="+mn-lt"/>
                <a:cs typeface="+mn-lt"/>
              </a:rPr>
              <a:t>. </a:t>
            </a:r>
            <a:r>
              <a:rPr lang="en-US" sz="1800" dirty="0" err="1">
                <a:ea typeface="+mn-lt"/>
                <a:cs typeface="+mn-lt"/>
              </a:rPr>
              <a:t>Komunikacija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glavnim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procesom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vrši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dirty="0" err="1">
                <a:ea typeface="+mn-lt"/>
                <a:cs typeface="+mn-lt"/>
              </a:rPr>
              <a:t>putem</a:t>
            </a:r>
            <a:r>
              <a:rPr lang="en-US" sz="1800" dirty="0">
                <a:ea typeface="+mn-lt"/>
                <a:cs typeface="+mn-lt"/>
              </a:rPr>
              <a:t> IPC (Inter-Process Communication) </a:t>
            </a:r>
            <a:r>
              <a:rPr lang="en-US" sz="1800" dirty="0" err="1">
                <a:ea typeface="+mn-lt"/>
                <a:cs typeface="+mn-lt"/>
              </a:rPr>
              <a:t>ili</a:t>
            </a:r>
            <a:r>
              <a:rPr lang="en-US" sz="1800" dirty="0">
                <a:ea typeface="+mn-lt"/>
                <a:cs typeface="+mn-lt"/>
              </a:rPr>
              <a:t> preload </a:t>
            </a:r>
            <a:r>
              <a:rPr lang="en-US" sz="1800" dirty="0" err="1">
                <a:ea typeface="+mn-lt"/>
                <a:cs typeface="+mn-lt"/>
              </a:rPr>
              <a:t>skripti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ea typeface="+mn-lt"/>
                <a:cs typeface="+mn-lt"/>
              </a:rPr>
              <a:t>Context Isolation</a:t>
            </a:r>
            <a:r>
              <a:rPr lang="en-US" sz="1800" dirty="0">
                <a:ea typeface="+mn-lt"/>
                <a:cs typeface="+mn-lt"/>
              </a:rPr>
              <a:t>: Ova </a:t>
            </a:r>
            <a:r>
              <a:rPr lang="en-US" sz="1800" dirty="0" err="1">
                <a:ea typeface="+mn-lt"/>
                <a:cs typeface="+mn-lt"/>
              </a:rPr>
              <a:t>sigurnosna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funkcionalnost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sprečava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direktnu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manipulaciju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globalnim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varijablama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čime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dirty="0" err="1">
                <a:ea typeface="+mn-lt"/>
                <a:cs typeface="+mn-lt"/>
              </a:rPr>
              <a:t>štiti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aplikacija</a:t>
            </a:r>
            <a:r>
              <a:rPr lang="en-US" sz="1800" dirty="0">
                <a:ea typeface="+mn-lt"/>
                <a:cs typeface="+mn-lt"/>
              </a:rPr>
              <a:t> od </a:t>
            </a:r>
            <a:r>
              <a:rPr lang="en-US" sz="1800" dirty="0" err="1">
                <a:ea typeface="+mn-lt"/>
                <a:cs typeface="+mn-lt"/>
              </a:rPr>
              <a:t>potencijalnih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napada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poput</a:t>
            </a:r>
            <a:r>
              <a:rPr lang="en-US" sz="1800" dirty="0">
                <a:ea typeface="+mn-lt"/>
                <a:cs typeface="+mn-lt"/>
              </a:rPr>
              <a:t> XSS (Cross-Site Scripting).</a:t>
            </a:r>
            <a:endParaRPr lang="en-US" sz="1800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>
              <a:ea typeface="+mn-lt"/>
              <a:cs typeface="+mn-lt"/>
            </a:endParaRPr>
          </a:p>
        </p:txBody>
      </p:sp>
      <p:pic>
        <p:nvPicPr>
          <p:cNvPr id="5" name="Picture 4" descr="File:Electron Software Framework Logo.svg - Wikimedia Commons">
            <a:extLst>
              <a:ext uri="{FF2B5EF4-FFF2-40B4-BE49-F238E27FC236}">
                <a16:creationId xmlns:a16="http://schemas.microsoft.com/office/drawing/2014/main" id="{E0A10B38-58E1-D075-0CBC-81640A8E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8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39EC-C85A-EE4A-3D80-B48CB616F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CEB8-5237-C633-7F77-93BA341F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/>
              <a:buChar char="v"/>
            </a:pPr>
            <a:r>
              <a:rPr lang="en-US" dirty="0">
                <a:ea typeface="+mj-lt"/>
                <a:cs typeface="+mj-lt"/>
              </a:rPr>
              <a:t>Render </a:t>
            </a:r>
            <a:r>
              <a:rPr lang="en-US" dirty="0" err="1">
                <a:ea typeface="+mj-lt"/>
                <a:cs typeface="+mj-lt"/>
              </a:rPr>
              <a:t>proces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8B6C6-3FD9-EE7C-7E57-9C51585EA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751746" cy="41871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2. </a:t>
            </a:r>
            <a:r>
              <a:rPr lang="en-US" sz="1800" b="1" dirty="0"/>
              <a:t>Preload </a:t>
            </a:r>
            <a:r>
              <a:rPr lang="en-US" sz="1800" b="1" dirty="0" err="1"/>
              <a:t>skripte</a:t>
            </a:r>
            <a:r>
              <a:rPr lang="en-US" sz="1800" b="1" dirty="0"/>
              <a:t> </a:t>
            </a:r>
            <a:r>
              <a:rPr lang="en-US" sz="1800" b="1" dirty="0" err="1"/>
              <a:t>i</a:t>
            </a:r>
            <a:r>
              <a:rPr lang="en-US" sz="1800" b="1" dirty="0"/>
              <a:t> </a:t>
            </a:r>
            <a:r>
              <a:rPr lang="en-US" sz="1800" b="1" dirty="0" err="1"/>
              <a:t>sigurnost</a:t>
            </a:r>
            <a:r>
              <a:rPr lang="en-US" sz="1800" b="1" dirty="0"/>
              <a:t>. </a:t>
            </a:r>
            <a:r>
              <a:rPr lang="en-US" sz="1800" dirty="0"/>
              <a:t>Preload </a:t>
            </a:r>
            <a:r>
              <a:rPr lang="en-US" sz="1800" dirty="0" err="1"/>
              <a:t>skripte</a:t>
            </a:r>
            <a:r>
              <a:rPr lang="en-US" sz="1800" dirty="0"/>
              <a:t> </a:t>
            </a:r>
            <a:r>
              <a:rPr lang="en-US" sz="1800" dirty="0" err="1"/>
              <a:t>omogućavaju</a:t>
            </a:r>
            <a:r>
              <a:rPr lang="en-US" sz="1800" dirty="0"/>
              <a:t> renderer </a:t>
            </a:r>
            <a:r>
              <a:rPr lang="en-US" sz="1800" dirty="0" err="1"/>
              <a:t>procesu</a:t>
            </a:r>
            <a:r>
              <a:rPr lang="en-US" sz="1800" dirty="0"/>
              <a:t> </a:t>
            </a:r>
            <a:r>
              <a:rPr lang="en-US" sz="1800" dirty="0" err="1"/>
              <a:t>bezbedan</a:t>
            </a:r>
            <a:r>
              <a:rPr lang="en-US" sz="1800" dirty="0"/>
              <a:t> </a:t>
            </a:r>
            <a:r>
              <a:rPr lang="en-US" sz="1800" dirty="0" err="1"/>
              <a:t>pristup</a:t>
            </a:r>
            <a:r>
              <a:rPr lang="en-US" sz="1800" dirty="0"/>
              <a:t> Node.js </a:t>
            </a:r>
            <a:r>
              <a:rPr lang="en-US" sz="1800" dirty="0" err="1"/>
              <a:t>funkcijama</a:t>
            </a:r>
            <a:r>
              <a:rPr lang="en-US" sz="1800" dirty="0"/>
              <a:t> </a:t>
            </a:r>
            <a:r>
              <a:rPr lang="en-US" sz="1800" dirty="0" err="1"/>
              <a:t>korišćenjem</a:t>
            </a:r>
            <a:r>
              <a:rPr lang="en-US" sz="1800" dirty="0"/>
              <a:t> </a:t>
            </a:r>
            <a:r>
              <a:rPr lang="en-US" sz="1800" dirty="0" err="1"/>
              <a:t>contextBridge</a:t>
            </a:r>
            <a:r>
              <a:rPr lang="en-US" sz="1800" dirty="0"/>
              <a:t>. Ove </a:t>
            </a:r>
            <a:r>
              <a:rPr lang="en-US" sz="1800" dirty="0" err="1"/>
              <a:t>skripte</a:t>
            </a:r>
            <a:r>
              <a:rPr lang="en-US" sz="1800" dirty="0"/>
              <a:t> se </a:t>
            </a:r>
            <a:r>
              <a:rPr lang="en-US" sz="1800" dirty="0" err="1"/>
              <a:t>pokreću</a:t>
            </a:r>
            <a:r>
              <a:rPr lang="en-US" sz="1800" dirty="0"/>
              <a:t> pre </a:t>
            </a:r>
            <a:r>
              <a:rPr lang="en-US" sz="1800" dirty="0" err="1"/>
              <a:t>nego</a:t>
            </a:r>
            <a:r>
              <a:rPr lang="en-US" sz="1800" dirty="0"/>
              <a:t> </a:t>
            </a:r>
            <a:r>
              <a:rPr lang="en-US" sz="1800" dirty="0" err="1"/>
              <a:t>štoweb</a:t>
            </a:r>
            <a:r>
              <a:rPr lang="en-US" sz="1800" dirty="0"/>
              <a:t> </a:t>
            </a:r>
            <a:r>
              <a:rPr lang="en-US" sz="1800" dirty="0" err="1"/>
              <a:t>sadržaj</a:t>
            </a:r>
            <a:r>
              <a:rPr lang="en-US" sz="1800" dirty="0"/>
              <a:t> </a:t>
            </a:r>
            <a:r>
              <a:rPr lang="en-US" sz="1800" dirty="0" err="1"/>
              <a:t>bude</a:t>
            </a:r>
            <a:r>
              <a:rPr lang="en-US" sz="1800" dirty="0"/>
              <a:t> </a:t>
            </a:r>
            <a:r>
              <a:rPr lang="en-US" sz="1800" dirty="0" err="1"/>
              <a:t>učitan</a:t>
            </a:r>
            <a:r>
              <a:rPr lang="en-US" sz="1800" dirty="0"/>
              <a:t> u renderer </a:t>
            </a:r>
            <a:r>
              <a:rPr lang="en-US" sz="1800" dirty="0" err="1"/>
              <a:t>procesu</a:t>
            </a:r>
            <a:r>
              <a:rPr lang="en-US" sz="1800" dirty="0"/>
              <a:t>, </a:t>
            </a:r>
            <a:r>
              <a:rPr lang="en-US" sz="1800" dirty="0" err="1"/>
              <a:t>pružajući</a:t>
            </a:r>
            <a:r>
              <a:rPr lang="en-US" sz="1800" dirty="0"/>
              <a:t> </a:t>
            </a:r>
            <a:r>
              <a:rPr lang="en-US" sz="1800" dirty="0" err="1"/>
              <a:t>sigurnosnu</a:t>
            </a:r>
            <a:r>
              <a:rPr lang="en-US" sz="1800" dirty="0"/>
              <a:t> </a:t>
            </a:r>
            <a:r>
              <a:rPr lang="en-US" sz="1800" dirty="0" err="1"/>
              <a:t>zaštitu</a:t>
            </a:r>
            <a:r>
              <a:rPr lang="en-US" sz="1800" dirty="0"/>
              <a:t> </a:t>
            </a:r>
            <a:r>
              <a:rPr lang="en-US" sz="1800" dirty="0" err="1"/>
              <a:t>i</a:t>
            </a:r>
            <a:r>
              <a:rPr lang="en-US" sz="1800" dirty="0"/>
              <a:t> </a:t>
            </a:r>
            <a:r>
              <a:rPr lang="en-US" sz="1800" dirty="0" err="1"/>
              <a:t>kontrolu</a:t>
            </a:r>
            <a:r>
              <a:rPr lang="en-US" sz="1800" dirty="0"/>
              <a:t>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3.</a:t>
            </a:r>
            <a:r>
              <a:rPr lang="en-US" sz="1800" b="1" dirty="0"/>
              <a:t>  </a:t>
            </a:r>
            <a:r>
              <a:rPr lang="en-US" sz="1800" b="1" dirty="0" err="1"/>
              <a:t>Sigurnost</a:t>
            </a:r>
            <a:r>
              <a:rPr lang="en-US" sz="1800" b="1" dirty="0"/>
              <a:t> </a:t>
            </a:r>
            <a:r>
              <a:rPr lang="en-US" sz="1800" b="1" dirty="0" err="1"/>
              <a:t>i</a:t>
            </a:r>
            <a:r>
              <a:rPr lang="en-US" sz="1800" b="1" dirty="0"/>
              <a:t> </a:t>
            </a:r>
            <a:r>
              <a:rPr lang="en-US" sz="1800" b="1" dirty="0" err="1"/>
              <a:t>izolacija</a:t>
            </a:r>
            <a:r>
              <a:rPr lang="en-US" sz="1800" b="1" dirty="0"/>
              <a:t>. </a:t>
            </a:r>
            <a:r>
              <a:rPr lang="en-US" sz="1800" dirty="0" err="1"/>
              <a:t>Korišćenje</a:t>
            </a:r>
            <a:r>
              <a:rPr lang="en-US" sz="1800" dirty="0"/>
              <a:t> </a:t>
            </a:r>
            <a:r>
              <a:rPr lang="en-US" sz="1800" dirty="0" err="1"/>
              <a:t>kontekstne</a:t>
            </a:r>
            <a:r>
              <a:rPr lang="en-US" sz="1800" dirty="0"/>
              <a:t> </a:t>
            </a:r>
            <a:r>
              <a:rPr lang="en-US" sz="1800" dirty="0" err="1"/>
              <a:t>izolacije</a:t>
            </a:r>
            <a:r>
              <a:rPr lang="en-US" sz="1800" dirty="0"/>
              <a:t> </a:t>
            </a:r>
            <a:r>
              <a:rPr lang="en-US" sz="1800" dirty="0" err="1"/>
              <a:t>sprečava</a:t>
            </a:r>
            <a:r>
              <a:rPr lang="en-US" sz="1800" dirty="0"/>
              <a:t> renderer </a:t>
            </a:r>
            <a:r>
              <a:rPr lang="en-US" sz="1800" dirty="0" err="1"/>
              <a:t>procesimadirektan</a:t>
            </a:r>
            <a:r>
              <a:rPr lang="en-US" sz="1800" dirty="0"/>
              <a:t> </a:t>
            </a:r>
            <a:r>
              <a:rPr lang="en-US" sz="1800" dirty="0" err="1"/>
              <a:t>pristup</a:t>
            </a:r>
            <a:r>
              <a:rPr lang="en-US" sz="1800" dirty="0"/>
              <a:t> </a:t>
            </a:r>
            <a:r>
              <a:rPr lang="en-US" sz="1800" dirty="0" err="1"/>
              <a:t>sistemskim</a:t>
            </a:r>
            <a:r>
              <a:rPr lang="en-US" sz="1800" dirty="0"/>
              <a:t> </a:t>
            </a:r>
            <a:r>
              <a:rPr lang="en-US" sz="1800" dirty="0" err="1"/>
              <a:t>funkcijama.Za</a:t>
            </a:r>
            <a:r>
              <a:rPr lang="en-US" sz="1800" dirty="0"/>
              <a:t> </a:t>
            </a:r>
            <a:r>
              <a:rPr lang="en-US" sz="1800" dirty="0" err="1"/>
              <a:t>dodatnu</a:t>
            </a:r>
            <a:r>
              <a:rPr lang="en-US" sz="1800" dirty="0"/>
              <a:t> </a:t>
            </a:r>
            <a:r>
              <a:rPr lang="en-US" sz="1800" dirty="0" err="1"/>
              <a:t>sigurnost</a:t>
            </a:r>
            <a:r>
              <a:rPr lang="en-US" sz="1800" dirty="0"/>
              <a:t>, </a:t>
            </a:r>
            <a:r>
              <a:rPr lang="en-US" sz="1800" dirty="0" err="1"/>
              <a:t>preporučuje</a:t>
            </a:r>
            <a:r>
              <a:rPr lang="en-US" sz="1800" dirty="0"/>
              <a:t> </a:t>
            </a:r>
            <a:r>
              <a:rPr lang="en-US" sz="1800" dirty="0" err="1"/>
              <a:t>seonemogućavanje</a:t>
            </a:r>
            <a:r>
              <a:rPr lang="en-US" sz="1800" dirty="0"/>
              <a:t> </a:t>
            </a:r>
            <a:r>
              <a:rPr lang="en-US" sz="1800" dirty="0" err="1"/>
              <a:t>nodeIntegration</a:t>
            </a:r>
            <a:r>
              <a:rPr lang="en-US" sz="1800" dirty="0"/>
              <a:t>, </a:t>
            </a:r>
            <a:r>
              <a:rPr lang="en-US" sz="1800" dirty="0" err="1"/>
              <a:t>što</a:t>
            </a:r>
            <a:r>
              <a:rPr lang="en-US" sz="1800" dirty="0"/>
              <a:t> </a:t>
            </a:r>
            <a:r>
              <a:rPr lang="en-US" sz="1800" dirty="0" err="1"/>
              <a:t>smanjuje</a:t>
            </a:r>
            <a:r>
              <a:rPr lang="en-US" sz="1800" dirty="0"/>
              <a:t> </a:t>
            </a:r>
            <a:r>
              <a:rPr lang="en-US" sz="1800" dirty="0" err="1"/>
              <a:t>rizik</a:t>
            </a:r>
            <a:r>
              <a:rPr lang="en-US" sz="1800" dirty="0"/>
              <a:t> od </a:t>
            </a:r>
            <a:r>
              <a:rPr lang="en-US" sz="1800" dirty="0" err="1"/>
              <a:t>potencijalnih</a:t>
            </a:r>
            <a:r>
              <a:rPr lang="en-US" sz="1800" dirty="0"/>
              <a:t> </a:t>
            </a:r>
            <a:r>
              <a:rPr lang="en-US" sz="1800" dirty="0" err="1"/>
              <a:t>napada</a:t>
            </a:r>
            <a:r>
              <a:rPr lang="en-US" sz="1800" dirty="0"/>
              <a:t>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  <p:pic>
        <p:nvPicPr>
          <p:cNvPr id="5" name="Picture 4" descr="File:Electron Software Framework Logo.svg - Wikimedia Commons">
            <a:extLst>
              <a:ext uri="{FF2B5EF4-FFF2-40B4-BE49-F238E27FC236}">
                <a16:creationId xmlns:a16="http://schemas.microsoft.com/office/drawing/2014/main" id="{EE0A47AE-EFF3-8680-D5F4-01616B62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45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04FDB-77F2-81CF-9CDB-1ACF648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109C3D3C-5E00-40BE-B0F8-64783FF1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717EFAC-8EE6-49FB-ABD6-B079F6FEE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0ECCF49-019C-491E-8A0B-828E9FA6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A42845B-CC95-4485-9D3A-D96B6EE0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6637838-C48E-4126-9469-4A003CAAF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6D4AD61-3DCB-DB43-C0C8-5F22B655A6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677"/>
          <a:stretch>
            <a:fillRect/>
          </a:stretch>
        </p:blipFill>
        <p:spPr>
          <a:xfrm>
            <a:off x="6093556" y="10"/>
            <a:ext cx="6095267" cy="68579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BA3BDB8-7862-44F3-9104-F0CAA4790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8333"/>
            <a:ext cx="6400800" cy="185701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88D9437E-A9AD-41F5-AFFE-388B64675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62908"/>
            <a:ext cx="6411743" cy="253218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D2671-CEFA-0F9F-9AEA-0F46C54C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403231"/>
            <a:ext cx="5192940" cy="2133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685800" indent="-685800" algn="r">
              <a:buFont typeface="Wingdings"/>
              <a:buChar char="v"/>
            </a:pPr>
            <a:r>
              <a:rPr lang="en-US" sz="5400"/>
              <a:t>Render </a:t>
            </a:r>
            <a:r>
              <a:rPr lang="en-US" sz="5400" err="1"/>
              <a:t>proces</a:t>
            </a:r>
            <a:r>
              <a:rPr lang="en-US" sz="5400"/>
              <a:t> (</a:t>
            </a:r>
            <a:r>
              <a:rPr lang="en-US" sz="5400" err="1"/>
              <a:t>main.ts</a:t>
            </a:r>
            <a:r>
              <a:rPr lang="en-US" sz="5400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9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8450C-3FE1-BF0D-6750-8D37C9EE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12DC-4290-3E94-E3D8-D54767F9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Prednosti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mane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819151-5BF7-4B8D-4E9D-AC11F70D0E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522" y="2398167"/>
            <a:ext cx="4908829" cy="3430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Clr>
                <a:schemeClr val="accent1"/>
              </a:buClr>
              <a:buNone/>
            </a:pPr>
            <a:r>
              <a:rPr lang="pl-PL" b="1">
                <a:ea typeface="+mn-lt"/>
                <a:cs typeface="+mn-lt"/>
              </a:rPr>
              <a:t>Prednosti</a:t>
            </a:r>
            <a:endParaRPr lang="sr-Latn-RS" b="1">
              <a:ea typeface="+mn-lt"/>
              <a:cs typeface="+mn-lt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Jedna baza koda za više platformi (Windows, macOS, Linux)</a:t>
            </a:r>
            <a:endParaRPr lang="en-US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Upotreba web tehnologija (HTML, CSS, JavaScript) što omogućava lakši prelazak sa web developmenta na desktop aplikacije</a:t>
            </a:r>
            <a:endParaRPr lang="en-US">
              <a:ea typeface="+mn-lt"/>
              <a:cs typeface="+mn-lt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Velika zajednica i ekosistem alata, plugin-ova i biblioteka</a:t>
            </a:r>
            <a:endParaRPr lang="pl-PL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Electron omogućava lako pakovanje i distribuciju aplikacija kao izvršnih fajlova za sve glavne platforme</a:t>
            </a:r>
            <a:endParaRPr lang="sr-Latn-R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6E469BE-08B3-F17F-B8D6-2D2A2BD32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350" y="2401019"/>
            <a:ext cx="4908829" cy="3181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b="1"/>
              <a:t>Mane</a:t>
            </a:r>
            <a:endParaRPr lang="en-US"/>
          </a:p>
          <a:p>
            <a:pPr>
              <a:buClr>
                <a:srgbClr val="75B5E4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Svaka aplikacija dolazi sa sopstvenim Chromium i Node.js instancama, što povećava memorijsku i procesorsku potrošnju</a:t>
            </a:r>
          </a:p>
          <a:p>
            <a:pPr>
              <a:buClr>
                <a:srgbClr val="75B5E4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Elektron aplikacije mogu biti sporije u odnosu na nativne aplikacije </a:t>
            </a:r>
            <a:endParaRPr lang="pl-PL" sz="1800" dirty="0">
              <a:ea typeface="+mn-lt"/>
              <a:cs typeface="+mn-lt"/>
            </a:endParaRPr>
          </a:p>
          <a:p>
            <a:pPr>
              <a:buClr>
                <a:srgbClr val="75B5E4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Aplikacije mogu imati veće veličine instalacija zbog uključenih zavisnosti</a:t>
            </a:r>
            <a:endParaRPr lang="pl-PL" sz="1800" dirty="0">
              <a:ea typeface="+mn-lt"/>
              <a:cs typeface="+mn-lt"/>
            </a:endParaRPr>
          </a:p>
          <a:p>
            <a:pPr>
              <a:buClr>
                <a:srgbClr val="75B5E4"/>
              </a:buClr>
              <a:buFont typeface="Wingdings" panose="05000000000000000000" pitchFamily="2" charset="2"/>
              <a:buChar char="v"/>
            </a:pPr>
            <a:endParaRPr lang="pl-PL" sz="1800" dirty="0">
              <a:ea typeface="+mn-lt"/>
              <a:cs typeface="+mn-lt"/>
            </a:endParaRPr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EFE49920-3FFA-48A5-BF46-8E2C7ABF3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63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3BED8-9813-A912-F6B1-64B793E1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51E2-4FE6-AC2A-744B-80B9C261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Aplikacije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koriste</a:t>
            </a:r>
            <a:r>
              <a:rPr lang="en-US" dirty="0">
                <a:ea typeface="+mj-lt"/>
                <a:cs typeface="+mj-lt"/>
              </a:rPr>
              <a:t> Electron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30F213-1145-680D-50DB-5EAF1049FB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336873"/>
            <a:ext cx="4849971" cy="3599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pl-PL" sz="1800" b="1">
              <a:ea typeface="+mn-lt"/>
              <a:cs typeface="+mn-lt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Slack</a:t>
            </a:r>
            <a:endParaRPr lang="en-US" sz="1800">
              <a:ea typeface="+mn-lt"/>
              <a:cs typeface="+mn-lt"/>
            </a:endParaRP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Discord</a:t>
            </a:r>
            <a:endParaRPr lang="en-US" sz="180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Visual Studio Code</a:t>
            </a:r>
            <a:endParaRPr lang="en-US" sz="180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WhatsApp</a:t>
            </a:r>
            <a:endParaRPr lang="sr-Latn-RS" sz="1800"/>
          </a:p>
        </p:txBody>
      </p:sp>
      <p:pic>
        <p:nvPicPr>
          <p:cNvPr id="10" name="Picture 9" descr="Whatsapp emblem Vectors - Download Free High-Quality Vectors from Freepik |  Freepik">
            <a:extLst>
              <a:ext uri="{FF2B5EF4-FFF2-40B4-BE49-F238E27FC236}">
                <a16:creationId xmlns:a16="http://schemas.microsoft.com/office/drawing/2014/main" id="{0FA1D1FD-D99B-C11B-B7AC-1ADCE1DC9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31" r="8" b="8689"/>
          <a:stretch>
            <a:fillRect/>
          </a:stretch>
        </p:blipFill>
        <p:spPr>
          <a:xfrm>
            <a:off x="6096001" y="2336873"/>
            <a:ext cx="2096630" cy="171896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3" name="Picture 2" descr="Slack Logo PNG Vector (PDF) Free Download">
            <a:extLst>
              <a:ext uri="{FF2B5EF4-FFF2-40B4-BE49-F238E27FC236}">
                <a16:creationId xmlns:a16="http://schemas.microsoft.com/office/drawing/2014/main" id="{33F0B8BA-63FB-2842-BCEB-EEE3D3C1F4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81" r="-11" b="2723"/>
          <a:stretch>
            <a:fillRect/>
          </a:stretch>
        </p:blipFill>
        <p:spPr>
          <a:xfrm>
            <a:off x="8333245" y="2336873"/>
            <a:ext cx="2096630" cy="1718959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4" name="Picture 3" descr="Discord Logo Icon editorial vector 6892625 Vector Art at Vecteezy">
            <a:extLst>
              <a:ext uri="{FF2B5EF4-FFF2-40B4-BE49-F238E27FC236}">
                <a16:creationId xmlns:a16="http://schemas.microsoft.com/office/drawing/2014/main" id="{A6D893E7-F31C-D511-2CAA-CC01D90AC1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13" r="-4" b="8898"/>
          <a:stretch>
            <a:fillRect/>
          </a:stretch>
        </p:blipFill>
        <p:spPr>
          <a:xfrm>
            <a:off x="6096001" y="4217226"/>
            <a:ext cx="2096630" cy="171896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32" name="Picture 31" descr="A blue ribbon with a black background&#10;&#10;AI-generated content may be incorrect.">
            <a:extLst>
              <a:ext uri="{FF2B5EF4-FFF2-40B4-BE49-F238E27FC236}">
                <a16:creationId xmlns:a16="http://schemas.microsoft.com/office/drawing/2014/main" id="{4A6638DE-4D57-2E76-7CCD-DAAD91C27E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842" r="8" b="9177"/>
          <a:stretch>
            <a:fillRect/>
          </a:stretch>
        </p:blipFill>
        <p:spPr>
          <a:xfrm>
            <a:off x="8333245" y="4217553"/>
            <a:ext cx="2096630" cy="1718959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6" name="Picture 5" descr="File:Electron Software Framework Logo.svg - Wikimedia Commons">
            <a:extLst>
              <a:ext uri="{FF2B5EF4-FFF2-40B4-BE49-F238E27FC236}">
                <a16:creationId xmlns:a16="http://schemas.microsoft.com/office/drawing/2014/main" id="{B6C17666-1CA7-6010-5AF3-C8C937F2ED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2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71CF-44CD-724D-9ED2-F7323D70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8B93-19DD-6EF0-AF37-BE153AC9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/>
              <a:buChar char="v"/>
            </a:pPr>
            <a:r>
              <a:rPr lang="en-US" dirty="0">
                <a:ea typeface="+mj-lt"/>
                <a:cs typeface="+mj-lt"/>
              </a:rPr>
              <a:t>Render </a:t>
            </a:r>
            <a:r>
              <a:rPr lang="en-US" dirty="0" err="1">
                <a:ea typeface="+mj-lt"/>
                <a:cs typeface="+mj-lt"/>
              </a:rPr>
              <a:t>proces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AC5D-06B9-362B-6349-4DF7225F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1871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ea typeface="+mn-lt"/>
                <a:cs typeface="+mn-lt"/>
              </a:rPr>
              <a:t>4.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Životni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dirty="0" err="1">
                <a:ea typeface="+mn-lt"/>
                <a:cs typeface="+mn-lt"/>
              </a:rPr>
              <a:t>ciklus</a:t>
            </a:r>
            <a:r>
              <a:rPr lang="en-US" sz="1800" b="1" dirty="0">
                <a:ea typeface="+mn-lt"/>
                <a:cs typeface="+mn-lt"/>
              </a:rPr>
              <a:t>.</a:t>
            </a:r>
            <a:r>
              <a:rPr lang="en-US" sz="1800" dirty="0">
                <a:ea typeface="+mn-lt"/>
                <a:cs typeface="+mn-lt"/>
              </a:rPr>
              <a:t> </a:t>
            </a:r>
            <a:r>
              <a:rPr lang="en-US" sz="1800" dirty="0" err="1">
                <a:ea typeface="+mn-lt"/>
                <a:cs typeface="+mn-lt"/>
              </a:rPr>
              <a:t>Svaki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pokreće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svoj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sopstveni</a:t>
            </a:r>
            <a:r>
              <a:rPr lang="en-US" sz="1800" dirty="0">
                <a:ea typeface="+mn-lt"/>
                <a:cs typeface="+mn-lt"/>
              </a:rPr>
              <a:t> renderer </a:t>
            </a:r>
            <a:r>
              <a:rPr lang="en-US" sz="1800" dirty="0" err="1">
                <a:ea typeface="+mn-lt"/>
                <a:cs typeface="+mn-lt"/>
              </a:rPr>
              <a:t>proces</a:t>
            </a:r>
            <a:r>
              <a:rPr lang="en-US" sz="1800" dirty="0">
                <a:ea typeface="+mn-lt"/>
                <a:cs typeface="+mn-lt"/>
              </a:rPr>
              <a:t>, koji se </a:t>
            </a:r>
            <a:r>
              <a:rPr lang="en-US" sz="1800" dirty="0" err="1">
                <a:ea typeface="+mn-lt"/>
                <a:cs typeface="+mn-lt"/>
              </a:rPr>
              <a:t>automatski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uništava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kada</a:t>
            </a:r>
            <a:r>
              <a:rPr lang="en-US" sz="1800" dirty="0">
                <a:ea typeface="+mn-lt"/>
                <a:cs typeface="+mn-lt"/>
              </a:rPr>
              <a:t> se </a:t>
            </a:r>
            <a:r>
              <a:rPr lang="en-US" sz="1800" dirty="0" err="1">
                <a:ea typeface="+mn-lt"/>
                <a:cs typeface="+mn-lt"/>
              </a:rPr>
              <a:t>prozor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zatvori.Više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prozora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može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imati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svoje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zasebne</a:t>
            </a:r>
            <a:r>
              <a:rPr lang="en-US" sz="1800" dirty="0">
                <a:ea typeface="+mn-lt"/>
                <a:cs typeface="+mn-lt"/>
              </a:rPr>
              <a:t> renderer </a:t>
            </a:r>
            <a:r>
              <a:rPr lang="en-US" sz="1800" dirty="0" err="1">
                <a:ea typeface="+mn-lt"/>
                <a:cs typeface="+mn-lt"/>
              </a:rPr>
              <a:t>procese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što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omogućava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efikasno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upravljanje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resursima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izolaciju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 descr="File:Electron Software Framework Logo.svg - Wikimedia Commons">
            <a:extLst>
              <a:ext uri="{FF2B5EF4-FFF2-40B4-BE49-F238E27FC236}">
                <a16:creationId xmlns:a16="http://schemas.microsoft.com/office/drawing/2014/main" id="{C3C903FA-6DCE-73A2-5340-6BA15FC8D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3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1213A-106D-1082-6AF3-F72C35AE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40A5-4A10-6BE9-10F2-1C16FC7A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Preduslovi</a:t>
            </a:r>
            <a:endParaRPr lang="en-US" dirty="0" err="1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B00010E-EAC2-B602-D3EF-56E74E536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2380416"/>
            <a:ext cx="7027113" cy="3599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l-PL" sz="1800" b="1" dirty="0">
              <a:ea typeface="+mn-lt"/>
              <a:cs typeface="+mn-lt"/>
            </a:endParaRPr>
          </a:p>
          <a:p>
            <a:pPr>
              <a:buClr>
                <a:srgbClr val="75B5E4"/>
              </a:buClr>
              <a:buFont typeface="Wingdings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Node.js i npm: </a:t>
            </a:r>
            <a:r>
              <a:rPr lang="pl-PL" sz="1800" dirty="0">
                <a:ea typeface="+mn-lt"/>
                <a:cs typeface="+mn-lt"/>
                <a:hlinkClick r:id="rId2"/>
              </a:rPr>
              <a:t>https://nodejs.org/en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50000"/>
              </a:lnSpc>
              <a:buClr>
                <a:srgbClr val="75B5E4"/>
              </a:buClr>
              <a:buFont typeface="Wingdings,sans-serif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Visual Studio code: </a:t>
            </a:r>
            <a:r>
              <a:rPr lang="pl-PL" sz="1800" dirty="0">
                <a:ea typeface="+mn-lt"/>
                <a:cs typeface="+mn-lt"/>
                <a:hlinkClick r:id="rId3"/>
              </a:rPr>
              <a:t>https://code.visualstudio.com</a:t>
            </a:r>
            <a:endParaRPr lang="pl-PL" sz="1800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buClr>
                <a:srgbClr val="75B5E4"/>
              </a:buClr>
              <a:buFont typeface="Wingdings,sans-serif" panose="05000000000000000000" pitchFamily="2" charset="2"/>
              <a:buChar char="v"/>
            </a:pPr>
            <a:r>
              <a:rPr lang="pl-PL" sz="1800">
                <a:ea typeface="+mn-lt"/>
                <a:cs typeface="+mn-lt"/>
              </a:rPr>
              <a:t> Electron: </a:t>
            </a:r>
            <a:r>
              <a:rPr lang="pl-PL" sz="1800" dirty="0">
                <a:ea typeface="+mn-lt"/>
                <a:cs typeface="+mn-lt"/>
                <a:hlinkClick r:id="rId4"/>
              </a:rPr>
              <a:t>https://www.electronjs.org/</a:t>
            </a:r>
          </a:p>
          <a:p>
            <a:pPr>
              <a:buClr>
                <a:srgbClr val="75B5E4"/>
              </a:buClr>
              <a:buFont typeface="Wingdings" panose="05000000000000000000" pitchFamily="2" charset="2"/>
              <a:buChar char="v"/>
            </a:pPr>
            <a:endParaRPr lang="pl-PL" sz="1800" dirty="0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F22C8C40-E1C9-D82E-FDCA-F96124E7B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46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ED1EF-3861-E055-D330-84681776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5916DBF-29BF-49BC-864D-B509C0E9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2F2D00-DB84-4A88-A1ED-DFFB351BF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AA8AC3-6A99-48DF-9135-CCDDD62E9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8F2C176-794E-4FDE-92D5-4B53D477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6A2247-F373-4310-B4F4-EB66550D9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CDC53F-2F3F-48BE-ACD4-40B649057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2692AEC0-04C5-DA1C-182B-4CAE0D941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539" y="640080"/>
            <a:ext cx="3380859" cy="3380859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BFD357E-BF1E-4A59-A18A-BAF7822B1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0" y="6020068"/>
            <a:ext cx="10439399" cy="27594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C774A5-F96D-49EB-A173-29C03E7A4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368017"/>
            <a:ext cx="10439400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B71FF-BAF1-1649-B35B-D15A95E4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01" y="4717287"/>
            <a:ext cx="9619488" cy="9552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 algn="ctr">
              <a:buFont typeface="Wingdings"/>
              <a:buChar char="v"/>
            </a:pPr>
            <a:r>
              <a:rPr lang="en-US" sz="4800" dirty="0" err="1">
                <a:ea typeface="+mj-lt"/>
                <a:cs typeface="+mj-lt"/>
              </a:rPr>
              <a:t>Kreiranje</a:t>
            </a:r>
            <a:r>
              <a:rPr lang="en-US" sz="4800" dirty="0">
                <a:ea typeface="+mj-lt"/>
                <a:cs typeface="+mj-lt"/>
              </a:rPr>
              <a:t> Electron </a:t>
            </a:r>
            <a:r>
              <a:rPr lang="en-US" sz="4800" dirty="0" err="1">
                <a:ea typeface="+mj-lt"/>
                <a:cs typeface="+mj-lt"/>
              </a:rPr>
              <a:t>aplikacije</a:t>
            </a:r>
            <a:endParaRPr lang="en-US" dirty="0" err="1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E301F5-910C-4867-A830-10F6C0444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0583333" y="6021062"/>
            <a:ext cx="1605490" cy="27694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0DC7587-4124-45BB-9FCA-4E67738A9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0591801" y="4367295"/>
            <a:ext cx="1597024" cy="1660332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432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F8067-7446-5D7C-4997-8D1AE828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ABE0-3783-4C9D-FAAC-0B8F9143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Inicijalizacija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projekta</a:t>
            </a:r>
            <a:endParaRPr lang="en-US" dirty="0" err="1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AF3B6E1-0706-C446-0446-8B75EEB34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2380416"/>
            <a:ext cx="7027113" cy="3599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800">
                <a:ea typeface="+mn-lt"/>
                <a:cs typeface="+mn-lt"/>
              </a:rPr>
              <a:t>1. Instaliraj Vite + React sa Electron šablonom: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6FEE6-39BD-73E3-5354-FBDE2AB40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98" y="2892651"/>
            <a:ext cx="4295775" cy="390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BEEFDF-D4BC-FE39-12FE-D36B4788ADB2}"/>
              </a:ext>
            </a:extLst>
          </p:cNvPr>
          <p:cNvSpPr txBox="1"/>
          <p:nvPr/>
        </p:nvSpPr>
        <p:spPr>
          <a:xfrm>
            <a:off x="682171" y="3683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2. Instaliraj Vite + Electron Plugin:</a:t>
            </a:r>
          </a:p>
          <a:p>
            <a:pPr algn="ctr"/>
            <a:endParaRPr lang="en-US"/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F181FAE8-AF11-0A91-C5CC-8513856A3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264" y="4328432"/>
            <a:ext cx="3543300" cy="552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25D49-C7D7-E7A6-5816-FD4700CA7EFC}"/>
              </a:ext>
            </a:extLst>
          </p:cNvPr>
          <p:cNvSpPr txBox="1"/>
          <p:nvPr/>
        </p:nvSpPr>
        <p:spPr>
          <a:xfrm>
            <a:off x="7213599" y="205014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Osnovni</a:t>
            </a:r>
            <a:r>
              <a:rPr lang="en-US" dirty="0"/>
              <a:t> </a:t>
            </a:r>
            <a:r>
              <a:rPr lang="en-US" dirty="0" err="1"/>
              <a:t>Main.ts</a:t>
            </a:r>
            <a:r>
              <a:rPr lang="en-US" dirty="0"/>
              <a:t> </a:t>
            </a:r>
            <a:r>
              <a:rPr lang="en-US" dirty="0" err="1"/>
              <a:t>fajl</a:t>
            </a:r>
          </a:p>
          <a:p>
            <a:pPr algn="ctr"/>
            <a:endParaRPr lang="en-US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5524F9C-3AAD-BA27-E8E4-4F7F85C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42" y="2612573"/>
            <a:ext cx="4434632" cy="4114798"/>
          </a:xfrm>
          <a:prstGeom prst="rect">
            <a:avLst/>
          </a:prstGeom>
        </p:spPr>
      </p:pic>
      <p:pic>
        <p:nvPicPr>
          <p:cNvPr id="9" name="Picture 8" descr="File:Electron Software Framework Logo.svg - Wikimedia Commons">
            <a:extLst>
              <a:ext uri="{FF2B5EF4-FFF2-40B4-BE49-F238E27FC236}">
                <a16:creationId xmlns:a16="http://schemas.microsoft.com/office/drawing/2014/main" id="{F079134C-BD2C-4077-962E-71C68D0CF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55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D1FE-F718-3132-0BE9-E6748D3B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B065-6026-4EA7-7FCA-2840C2DD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Pokretanje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aplikacije</a:t>
            </a:r>
            <a:endParaRPr lang="en-US" dirty="0" err="1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BA14521-DEE0-FD4F-AC49-AE52B7BD3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4666416"/>
            <a:ext cx="7027113" cy="3599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800">
                <a:ea typeface="+mn-lt"/>
                <a:cs typeface="+mn-lt"/>
              </a:rPr>
              <a:t>5. Pokretanje aplikacije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FCAB1-E630-D5CE-1B3D-FAB399A915D7}"/>
              </a:ext>
            </a:extLst>
          </p:cNvPr>
          <p:cNvSpPr txBox="1"/>
          <p:nvPr/>
        </p:nvSpPr>
        <p:spPr>
          <a:xfrm>
            <a:off x="682171" y="2340428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4. </a:t>
            </a:r>
            <a:r>
              <a:rPr lang="en-US" dirty="0" err="1">
                <a:ea typeface="+mn-lt"/>
                <a:cs typeface="+mn-lt"/>
              </a:rPr>
              <a:t>Modifikovanje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package.json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fajla</a:t>
            </a:r>
            <a:r>
              <a:rPr lang="en-US" dirty="0">
                <a:ea typeface="+mn-lt"/>
                <a:cs typeface="+mn-lt"/>
              </a:rPr>
              <a:t>  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175E7D-32EB-97B3-0F7D-B4FE1B80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04" y="5205186"/>
            <a:ext cx="1057275" cy="381000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C6ECB6-C0BB-67B0-7E0D-750CE83B2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73" y="2804659"/>
            <a:ext cx="6524625" cy="1495425"/>
          </a:xfrm>
          <a:prstGeom prst="rect">
            <a:avLst/>
          </a:prstGeom>
        </p:spPr>
      </p:pic>
      <p:pic>
        <p:nvPicPr>
          <p:cNvPr id="5" name="Picture 4" descr="File:Electron Software Framework Logo.svg - Wikimedia Commons">
            <a:extLst>
              <a:ext uri="{FF2B5EF4-FFF2-40B4-BE49-F238E27FC236}">
                <a16:creationId xmlns:a16="http://schemas.microsoft.com/office/drawing/2014/main" id="{553DDE1E-9645-3ECC-B34C-D97284A30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4D32-EE9E-4B94-0EFF-7FED3EED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109C3D3C-5E00-40BE-B0F8-64783FF1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717EFAC-8EE6-49FB-ABD6-B079F6FEE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0ECCF49-019C-491E-8A0B-828E9FA6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A42845B-CC95-4485-9D3A-D96B6EE0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637838-C48E-4126-9469-4A003CAAF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396974-39DD-C5BC-21F0-5EE905835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3" y="5101298"/>
            <a:ext cx="3739277" cy="11166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B0604020202020204" pitchFamily="34" charset="0"/>
              <a:buChar char="v"/>
            </a:pPr>
            <a:r>
              <a:rPr lang="en-US" sz="2000" dirty="0"/>
              <a:t> </a:t>
            </a:r>
            <a:r>
              <a:rPr lang="en-US" sz="2000" dirty="0" err="1"/>
              <a:t>Izgled</a:t>
            </a:r>
            <a:r>
              <a:rPr lang="en-US" sz="2000" dirty="0"/>
              <a:t> </a:t>
            </a:r>
            <a:r>
              <a:rPr lang="en-US" sz="2000" dirty="0" err="1"/>
              <a:t>pokrenute</a:t>
            </a:r>
            <a:r>
              <a:rPr lang="en-US" sz="2000" dirty="0"/>
              <a:t> </a:t>
            </a:r>
            <a:r>
              <a:rPr lang="en-US" sz="2000" dirty="0" err="1"/>
              <a:t>stranice</a:t>
            </a:r>
            <a:endParaRPr lang="en-US" dirty="0" err="1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AB9AD5-8AF5-44F3-90EE-BE520471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BA550FF-9F75-4157-B593-B02A13E74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A8CFC-9A15-EF01-9139-721DD4E0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1507" y="938405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571500" indent="-571500" algn="r">
              <a:buFont typeface="Wingdings"/>
              <a:buChar char="v"/>
            </a:pPr>
            <a:r>
              <a:rPr lang="en-US" sz="4400" dirty="0" err="1"/>
              <a:t>Pokretanje</a:t>
            </a:r>
            <a:r>
              <a:rPr lang="en-US" sz="4400" dirty="0"/>
              <a:t> </a:t>
            </a:r>
            <a:r>
              <a:rPr lang="en-US" sz="4400" dirty="0" err="1"/>
              <a:t>aplikacije</a:t>
            </a:r>
            <a:endParaRPr lang="en-US" sz="440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5E443-2891-BCAD-E278-13FD0A9CFE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48" r="6890"/>
          <a:stretch>
            <a:fillRect/>
          </a:stretch>
        </p:blipFill>
        <p:spPr>
          <a:xfrm>
            <a:off x="4601194" y="0"/>
            <a:ext cx="7568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33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D6131-875B-BF70-62CE-35E8C919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09C3D3C-5E00-40BE-B0F8-64783FF1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17EFAC-8EE6-49FB-ABD6-B079F6FEE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ECCF49-019C-491E-8A0B-828E9FA6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A42845B-CC95-4485-9D3A-D96B6EE0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637838-C48E-4126-9469-4A003CAAF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59DF67-0E1D-DCC6-A09C-A23CD76AEA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253" b="1"/>
          <a:stretch>
            <a:fillRect/>
          </a:stretch>
        </p:blipFill>
        <p:spPr>
          <a:xfrm>
            <a:off x="4963840" y="10"/>
            <a:ext cx="7552945" cy="68579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5AB9AD5-8AF5-44F3-90EE-BE520471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BA550FF-9F75-4157-B593-B02A13E74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352A3-5741-05B1-602F-561DB601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80" y="2063262"/>
            <a:ext cx="4283562" cy="2661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Izgled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datoteka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nakon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dirty="0" err="1">
                <a:ea typeface="+mj-lt"/>
                <a:cs typeface="+mj-lt"/>
              </a:rPr>
              <a:t>kreiranja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72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F9BA0-B963-18A3-F664-8FA8DA421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FD9D-022A-5D18-B495-CCA73B3E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ea typeface="+mj-lt"/>
                <a:cs typeface="+mj-lt"/>
              </a:rPr>
              <a:t>Pokretanje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aplikacije</a:t>
            </a:r>
            <a:endParaRPr lang="en-US" dirty="0" err="1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44D9690-6081-9673-CA91-CA6B7DDD0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2380416"/>
            <a:ext cx="7027113" cy="3599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800">
                <a:ea typeface="+mn-lt"/>
                <a:cs typeface="+mn-lt"/>
              </a:rPr>
              <a:t>Izgled pokrenute stranice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01819C0-1BA0-E2D6-8A10-F808F7852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11" y="3004911"/>
            <a:ext cx="5010150" cy="2343150"/>
          </a:xfrm>
          <a:prstGeom prst="rect">
            <a:avLst/>
          </a:prstGeom>
        </p:spPr>
      </p:pic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09E1BE54-D927-74F0-DEC7-C44C55CB2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78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8B6B9-FB71-F289-9AE3-33DF2BAD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9C3D3C-5E00-40BE-B0F8-64783FF1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17EFAC-8EE6-49FB-ABD6-B079F6FEE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ECCF49-019C-491E-8A0B-828E9FA65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42845B-CC95-4485-9D3A-D96B6EE0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637838-C48E-4126-9469-4A003CAAF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988645-E276-B22C-4AB7-72ABB7BE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238" y="5086784"/>
            <a:ext cx="4116647" cy="1131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B0604020202020204" pitchFamily="34" charset="0"/>
              <a:buChar char="v"/>
            </a:pPr>
            <a:r>
              <a:rPr lang="en-US" sz="2000" dirty="0"/>
              <a:t> </a:t>
            </a:r>
            <a:r>
              <a:rPr lang="en-US" sz="2000" err="1"/>
              <a:t>Izgled</a:t>
            </a:r>
            <a:r>
              <a:rPr lang="en-US" sz="2000" dirty="0"/>
              <a:t> </a:t>
            </a:r>
            <a:r>
              <a:rPr lang="en-US" sz="2000" err="1"/>
              <a:t>fajl</a:t>
            </a:r>
            <a:r>
              <a:rPr lang="en-US" sz="2000" dirty="0"/>
              <a:t> system </a:t>
            </a:r>
            <a:r>
              <a:rPr lang="en-US" sz="2000" err="1"/>
              <a:t>nakon</a:t>
            </a:r>
            <a:r>
              <a:rPr lang="en-US" sz="2000" dirty="0"/>
              <a:t> </a:t>
            </a:r>
            <a:r>
              <a:rPr lang="en-US" sz="2000" err="1"/>
              <a:t>koriscenja</a:t>
            </a:r>
            <a:r>
              <a:rPr lang="en-US" sz="2000" dirty="0"/>
              <a:t> </a:t>
            </a:r>
            <a:r>
              <a:rPr lang="en-US" sz="2000" err="1"/>
              <a:t>reacta</a:t>
            </a:r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251BD1D-B968-ABED-7E70-768E01E8B8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253" b="1"/>
          <a:stretch>
            <a:fillRect/>
          </a:stretch>
        </p:blipFill>
        <p:spPr>
          <a:xfrm>
            <a:off x="4644526" y="10"/>
            <a:ext cx="7552945" cy="68579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AB9AD5-8AF5-44F3-90EE-BE520471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BA550FF-9F75-4157-B593-B02A13E74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FB96E-3019-B0C3-B78B-712D6832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36" y="1010976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571500" indent="-571500" algn="r">
              <a:buFont typeface="Wingdings"/>
              <a:buChar char="v"/>
            </a:pPr>
            <a:r>
              <a:rPr lang="en-US" sz="4000" dirty="0" err="1"/>
              <a:t>Pokretanje</a:t>
            </a:r>
            <a:r>
              <a:rPr lang="en-US" sz="4000" dirty="0"/>
              <a:t> </a:t>
            </a:r>
            <a:r>
              <a:rPr lang="en-US" sz="4000" dirty="0" err="1"/>
              <a:t>aplikacije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96550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416DA-9F8C-68F8-AA5C-516C3F2FA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E7E364-A73F-1A84-F2DD-6BAC90587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AE5ADD-59D5-621B-3BF2-F8D515840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C5386A-8568-4432-CE8C-E21B714F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366787F-7E86-96F4-E3D2-BC4A15FF5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DB938F-DC05-CCF9-5C21-94054B42B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D3A3E26-6033-59EA-9622-E7E7D73EC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A4BEBBA2-D0E7-F17E-C004-1CBCA752E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539" y="640080"/>
            <a:ext cx="3380859" cy="3380859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C6D310-0DE5-1359-ECC1-A9DD7925A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0" y="6020068"/>
            <a:ext cx="10439399" cy="27594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FEA389F-8FE8-87A6-6950-76F303417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368017"/>
            <a:ext cx="10439400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5F6DC-AA80-7CEE-53EF-F39AD058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01" y="4717287"/>
            <a:ext cx="9619488" cy="9552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 algn="ctr">
              <a:buFont typeface="Wingdings"/>
              <a:buChar char="v"/>
            </a:pPr>
            <a:r>
              <a:rPr lang="en-US" sz="4800" dirty="0">
                <a:ea typeface="+mj-lt"/>
                <a:cs typeface="+mj-lt"/>
              </a:rPr>
              <a:t>Kreiranje Node.js </a:t>
            </a:r>
            <a:r>
              <a:rPr lang="en-US" sz="4800" dirty="0" err="1">
                <a:ea typeface="+mj-lt"/>
                <a:cs typeface="+mj-lt"/>
              </a:rPr>
              <a:t>servera</a:t>
            </a:r>
            <a:r>
              <a:rPr lang="en-US" sz="4800" dirty="0">
                <a:ea typeface="+mj-lt"/>
                <a:cs typeface="+mj-lt"/>
              </a:rPr>
              <a:t> 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5CED50F-947A-BACF-633A-44AB70BF6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0583333" y="6021062"/>
            <a:ext cx="1605490" cy="27694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2AA5F2A-5875-41A4-D848-26D1661EC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0591801" y="4367295"/>
            <a:ext cx="1597024" cy="1660332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3276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66C31-3C81-3B60-E77D-26BC288B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F388-6A3A-8D0B-66B3-4A61DF0B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Konfiguracija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servera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unutar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​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2C39FCE-2540-E0E8-E157-049B5B59F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64" y="3113314"/>
            <a:ext cx="4457700" cy="1066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F3CBB9-12E8-AF32-3BE8-C67CD8539C3F}"/>
              </a:ext>
            </a:extLst>
          </p:cNvPr>
          <p:cNvSpPr txBox="1"/>
          <p:nvPr/>
        </p:nvSpPr>
        <p:spPr>
          <a:xfrm>
            <a:off x="5297714" y="489494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Pokretanje local servera po uslovu da vec ne radi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17A4F-0A30-56C6-37AD-A17BEA08473F}"/>
              </a:ext>
            </a:extLst>
          </p:cNvPr>
          <p:cNvSpPr txBox="1"/>
          <p:nvPr/>
        </p:nvSpPr>
        <p:spPr>
          <a:xfrm>
            <a:off x="682171" y="236945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Kreiranje</a:t>
            </a:r>
            <a:r>
              <a:rPr lang="en-US" dirty="0"/>
              <a:t> </a:t>
            </a:r>
            <a:r>
              <a:rPr lang="en-US" dirty="0" err="1"/>
              <a:t>servera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aplikacije</a:t>
            </a:r>
          </a:p>
          <a:p>
            <a:pPr algn="ctr"/>
            <a:endParaRPr lang="en-US" dirty="0"/>
          </a:p>
        </p:txBody>
      </p:sp>
      <p:pic>
        <p:nvPicPr>
          <p:cNvPr id="7" name="Picture 6" descr="A screen shot of a message&#10;&#10;AI-generated content may be incorrect.">
            <a:extLst>
              <a:ext uri="{FF2B5EF4-FFF2-40B4-BE49-F238E27FC236}">
                <a16:creationId xmlns:a16="http://schemas.microsoft.com/office/drawing/2014/main" id="{D2DC42B6-DEBD-7A72-F0F2-205CA8A77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89" y="5446486"/>
            <a:ext cx="6419850" cy="609600"/>
          </a:xfrm>
          <a:prstGeom prst="rect">
            <a:avLst/>
          </a:prstGeom>
        </p:spPr>
      </p:pic>
      <p:pic>
        <p:nvPicPr>
          <p:cNvPr id="8" name="Picture 7" descr="File:Electron Software Framework Logo.svg - Wikimedia Commons">
            <a:extLst>
              <a:ext uri="{FF2B5EF4-FFF2-40B4-BE49-F238E27FC236}">
                <a16:creationId xmlns:a16="http://schemas.microsoft.com/office/drawing/2014/main" id="{379B55F5-B160-16EB-0018-3F1836B50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68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B6B9-FB71-F289-9AE3-33DF2BAD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0988645-E276-B22C-4AB7-72ABB7BE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00" y="2297864"/>
            <a:ext cx="7524602" cy="1131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B0604020202020204" pitchFamily="34" charset="0"/>
              <a:buChar char="v"/>
            </a:pPr>
            <a:r>
              <a:rPr lang="sr-Latn-RS" sz="1800" dirty="0" err="1"/>
              <a:t>Preload</a:t>
            </a:r>
            <a:r>
              <a:rPr lang="sr-Latn-RS" sz="1800" dirty="0"/>
              <a:t> skripta omogućava sigurnu komunikaciju između </a:t>
            </a:r>
            <a:r>
              <a:rPr lang="sr-Latn-RS" sz="1800" dirty="0" err="1"/>
              <a:t>Renderer</a:t>
            </a:r>
            <a:r>
              <a:rPr lang="sr-Latn-RS" sz="1800" dirty="0"/>
              <a:t> i </a:t>
            </a:r>
            <a:r>
              <a:rPr lang="sr-Latn-RS" sz="1800" dirty="0" err="1"/>
              <a:t>Main</a:t>
            </a:r>
            <a:r>
              <a:rPr lang="sr-Latn-RS" sz="1800" dirty="0"/>
              <a:t> procesa u </a:t>
            </a:r>
            <a:r>
              <a:rPr lang="sr-Latn-RS" sz="1800" dirty="0" err="1"/>
              <a:t>Electron</a:t>
            </a:r>
            <a:r>
              <a:rPr lang="sr-Latn-RS" sz="1800" dirty="0"/>
              <a:t> aplikaciji.</a:t>
            </a:r>
            <a:endParaRPr lang="en-US" sz="18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CB5D957-2477-480E-AB28-726979F82BC5}"/>
              </a:ext>
            </a:extLst>
          </p:cNvPr>
          <p:cNvSpPr txBox="1">
            <a:spLocks/>
          </p:cNvSpPr>
          <p:nvPr/>
        </p:nvSpPr>
        <p:spPr>
          <a:xfrm>
            <a:off x="-107469" y="80949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Konfiguracija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servera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unutar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​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09B228-C5C4-44CA-9813-5D8D1DDF4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051" y="0"/>
            <a:ext cx="3763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99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E4186-9BBA-508C-853B-5FD2DD08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D166C3-536C-524C-B7E1-FC59545A5217}"/>
              </a:ext>
            </a:extLst>
          </p:cNvPr>
          <p:cNvSpPr txBox="1"/>
          <p:nvPr/>
        </p:nvSpPr>
        <p:spPr>
          <a:xfrm>
            <a:off x="682171" y="2369457"/>
            <a:ext cx="7061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dirty="0" err="1">
                <a:ea typeface="+mn-lt"/>
                <a:cs typeface="+mn-lt"/>
              </a:rPr>
              <a:t>Postavljanje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handlera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kad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posalje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</a:t>
            </a:r>
            <a:r>
              <a:rPr lang="en-US" dirty="0">
                <a:ea typeface="+mn-lt"/>
                <a:cs typeface="+mn-lt"/>
              </a:rPr>
              <a:t> za read-file za file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podesavanjima</a:t>
            </a:r>
            <a:endParaRPr lang="en-US" dirty="0" err="1"/>
          </a:p>
          <a:p>
            <a:pPr marL="285750" indent="-285750" algn="ctr">
              <a:buFont typeface="Wingdings"/>
              <a:buChar char="v"/>
            </a:pPr>
            <a:endParaRPr lang="en-US"/>
          </a:p>
        </p:txBody>
      </p:sp>
      <p:pic>
        <p:nvPicPr>
          <p:cNvPr id="6" name="Picture 5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1E365F79-E4B3-EE17-6A3E-986695714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61" y="3298597"/>
            <a:ext cx="5200650" cy="27717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BC4378-3E19-DB43-2DC6-B51E6A1C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Konfiguracija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servera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unutar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​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3" name="Picture 2" descr="File:Electron Software Framework Logo.svg - Wikimedia Commons">
            <a:extLst>
              <a:ext uri="{FF2B5EF4-FFF2-40B4-BE49-F238E27FC236}">
                <a16:creationId xmlns:a16="http://schemas.microsoft.com/office/drawing/2014/main" id="{C7AAD760-A0EB-F26D-F10F-B32BD40D9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39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EC396-451D-4C1D-34C2-54672850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3BECA5-87CE-6E7A-6CAC-55979C1EFB85}"/>
              </a:ext>
            </a:extLst>
          </p:cNvPr>
          <p:cNvSpPr txBox="1"/>
          <p:nvPr/>
        </p:nvSpPr>
        <p:spPr>
          <a:xfrm>
            <a:off x="682171" y="2369457"/>
            <a:ext cx="7061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dirty="0" err="1">
                <a:ea typeface="+mn-lt"/>
                <a:cs typeface="+mn-lt"/>
              </a:rPr>
              <a:t>Postavljanje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handlera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kad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posalje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</a:t>
            </a:r>
            <a:r>
              <a:rPr lang="en-US" dirty="0">
                <a:ea typeface="+mn-lt"/>
                <a:cs typeface="+mn-lt"/>
              </a:rPr>
              <a:t> za write-file za file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podesavanjima</a:t>
            </a:r>
            <a:endParaRPr lang="en-US" dirty="0" err="1"/>
          </a:p>
        </p:txBody>
      </p:sp>
      <p:pic>
        <p:nvPicPr>
          <p:cNvPr id="3" name="Picture 2" descr="A computer screen shot of text">
            <a:extLst>
              <a:ext uri="{FF2B5EF4-FFF2-40B4-BE49-F238E27FC236}">
                <a16:creationId xmlns:a16="http://schemas.microsoft.com/office/drawing/2014/main" id="{08666060-2467-2BCA-5621-432A97E06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596" y="2831193"/>
            <a:ext cx="7568293" cy="386624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DAD694F-57AD-5762-CD01-649B2687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Konfiguracija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servera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unutar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​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9ABF0D02-E4B5-63F4-78B4-920E166D1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19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FF40-4658-27FA-4599-39F9ACCA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03F3C-A28D-17F8-D811-3098A54CE6D2}"/>
              </a:ext>
            </a:extLst>
          </p:cNvPr>
          <p:cNvSpPr txBox="1"/>
          <p:nvPr/>
        </p:nvSpPr>
        <p:spPr>
          <a:xfrm>
            <a:off x="682171" y="2369457"/>
            <a:ext cx="7061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dirty="0" err="1">
                <a:ea typeface="+mn-lt"/>
                <a:cs typeface="+mn-lt"/>
              </a:rPr>
              <a:t>Dodavanje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putanje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fajl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podesavanjima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Wingdings"/>
              <a:buChar char="v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US" dirty="0" err="1">
                <a:ea typeface="+mn-lt"/>
                <a:cs typeface="+mn-lt"/>
              </a:rPr>
              <a:t>Osiguranje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fajl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postoji</a:t>
            </a:r>
            <a:r>
              <a:rPr lang="en-US" dirty="0">
                <a:ea typeface="+mn-lt"/>
                <a:cs typeface="+mn-lt"/>
              </a:rPr>
              <a:t>, u </a:t>
            </a:r>
            <a:r>
              <a:rPr lang="en-US" dirty="0" err="1">
                <a:ea typeface="+mn-lt"/>
                <a:cs typeface="+mn-lt"/>
              </a:rPr>
              <a:t>koliko</a:t>
            </a:r>
            <a:r>
              <a:rPr lang="en-US" dirty="0">
                <a:ea typeface="+mn-lt"/>
                <a:cs typeface="+mn-lt"/>
              </a:rPr>
              <a:t> ne </a:t>
            </a:r>
            <a:r>
              <a:rPr lang="en-US" dirty="0" err="1">
                <a:ea typeface="+mn-lt"/>
                <a:cs typeface="+mn-lt"/>
              </a:rPr>
              <a:t>kreira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fajl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zadatoj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putanji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default </a:t>
            </a:r>
            <a:r>
              <a:rPr lang="en-US" dirty="0" err="1">
                <a:ea typeface="+mn-lt"/>
                <a:cs typeface="+mn-lt"/>
              </a:rPr>
              <a:t>podesavanjima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4" name="Picture 3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8700DCC6-9066-E685-0FCD-158D150CE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482" y="3834039"/>
            <a:ext cx="6762750" cy="22669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BF363AC-75D4-95F0-779B-63877CC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Konfiguracija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servera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unutar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​</a:t>
            </a:r>
            <a:endParaRPr lang="en-US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3" name="Picture 2" descr="File:Electron Software Framework Logo.svg - Wikimedia Commons">
            <a:extLst>
              <a:ext uri="{FF2B5EF4-FFF2-40B4-BE49-F238E27FC236}">
                <a16:creationId xmlns:a16="http://schemas.microsoft.com/office/drawing/2014/main" id="{15605351-9C2A-1A30-1FBE-355A50355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91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AEB28-7405-6E3F-ABAB-00B41AD4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D3406C-4EDB-0A3E-13F4-23BBB3C56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6B6945-E6D3-4E25-2180-8236E3770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BDB290-DB3A-FE79-B19D-4E47B6B75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3BA0DA4-CBBD-C925-451D-51D7172A3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91C60-169F-5648-5A77-254D3339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2FF5E8A-F011-A09D-EA96-3D81D7F3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ile:Electron Software Framework Logo.svg - Wikimedia Commons">
            <a:extLst>
              <a:ext uri="{FF2B5EF4-FFF2-40B4-BE49-F238E27FC236}">
                <a16:creationId xmlns:a16="http://schemas.microsoft.com/office/drawing/2014/main" id="{3555FD52-D824-D5E4-AD44-8213E826A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539" y="640080"/>
            <a:ext cx="3380859" cy="3380859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187D64-7074-87CD-B1E1-A084EC4EA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0" y="6020068"/>
            <a:ext cx="10439399" cy="27594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EF127C7-BF80-DBE4-A07B-9A7ABF179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368017"/>
            <a:ext cx="10439400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DCB2E-826E-9CF2-147C-135EEACB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01" y="4717287"/>
            <a:ext cx="9619488" cy="9552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685800" indent="-685800" algn="ctr">
              <a:buFont typeface="Wingdings"/>
              <a:buChar char="v"/>
            </a:pPr>
            <a:r>
              <a:rPr lang="en-US" sz="4800" dirty="0" err="1">
                <a:ea typeface="+mj-lt"/>
                <a:cs typeface="+mj-lt"/>
              </a:rPr>
              <a:t>Pakovanje</a:t>
            </a:r>
            <a:r>
              <a:rPr lang="en-US" sz="4800" dirty="0">
                <a:ea typeface="+mj-lt"/>
                <a:cs typeface="+mj-lt"/>
              </a:rPr>
              <a:t> </a:t>
            </a:r>
            <a:r>
              <a:rPr lang="en-US" sz="4800" dirty="0" err="1">
                <a:ea typeface="+mj-lt"/>
                <a:cs typeface="+mj-lt"/>
              </a:rPr>
              <a:t>aplikacije</a:t>
            </a:r>
            <a:endParaRPr lang="en-US" dirty="0" err="1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D4E59B8-D7A8-F13E-1FB5-C038BA432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white">
          <a:xfrm>
            <a:off x="10583333" y="6021062"/>
            <a:ext cx="1605490" cy="27694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F229E40-9415-83A8-822A-B88006A95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0591801" y="4367295"/>
            <a:ext cx="1597024" cy="1660332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1543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9F110-02A8-5529-2909-B75350D9D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FBEC00-044D-F77C-6B32-319DC229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Pakovanje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093AA1-1C28-E9C6-4011-73B588CD64D7}"/>
              </a:ext>
            </a:extLst>
          </p:cNvPr>
          <p:cNvSpPr txBox="1"/>
          <p:nvPr/>
        </p:nvSpPr>
        <p:spPr>
          <a:xfrm>
            <a:off x="457200" y="453934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dirty="0"/>
              <a:t>Dovanje </a:t>
            </a:r>
            <a:r>
              <a:rPr lang="en-US" dirty="0" err="1"/>
              <a:t>skripte</a:t>
            </a:r>
            <a:r>
              <a:rPr lang="en-US" dirty="0"/>
              <a:t> za </a:t>
            </a:r>
            <a:r>
              <a:rPr lang="en-US" dirty="0" err="1"/>
              <a:t>izgradnju</a:t>
            </a:r>
            <a:endParaRPr lang="en-US" dirty="0"/>
          </a:p>
          <a:p>
            <a:pPr algn="ctr"/>
            <a:endParaRPr lang="en-US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995BC6C-E9F7-0618-226E-DFA83A01E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54" y="4860698"/>
            <a:ext cx="6762750" cy="14763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7EEC3E-F3E3-D127-7DE3-BDE613D74DBA}"/>
              </a:ext>
            </a:extLst>
          </p:cNvPr>
          <p:cNvSpPr txBox="1"/>
          <p:nvPr/>
        </p:nvSpPr>
        <p:spPr>
          <a:xfrm>
            <a:off x="558800" y="259442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dirty="0" err="1"/>
              <a:t>Instaliranje</a:t>
            </a:r>
            <a:r>
              <a:rPr lang="en-US" dirty="0"/>
              <a:t> electron-builder</a:t>
            </a:r>
          </a:p>
          <a:p>
            <a:pPr algn="ctr"/>
            <a:endParaRPr lang="en-US"/>
          </a:p>
        </p:txBody>
      </p:sp>
      <p:pic>
        <p:nvPicPr>
          <p:cNvPr id="14" name="Picture 1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5225DCF-8FD7-1021-F698-A9059293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93" y="2973614"/>
            <a:ext cx="3848100" cy="533400"/>
          </a:xfrm>
          <a:prstGeom prst="rect">
            <a:avLst/>
          </a:prstGeom>
        </p:spPr>
      </p:pic>
      <p:pic>
        <p:nvPicPr>
          <p:cNvPr id="5" name="Picture 4" descr="File:Electron Software Framework Logo.svg - Wikimedia Commons">
            <a:extLst>
              <a:ext uri="{FF2B5EF4-FFF2-40B4-BE49-F238E27FC236}">
                <a16:creationId xmlns:a16="http://schemas.microsoft.com/office/drawing/2014/main" id="{13D58E3A-0157-DB3A-0EF8-B315BC683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42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CB882-C21D-530A-45FD-7C7BBC860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5736838-D5E9-4567-9B65-9C15C3378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7" name="Rectangle 16">
              <a:extLst>
                <a:ext uri="{FF2B5EF4-FFF2-40B4-BE49-F238E27FC236}">
                  <a16:creationId xmlns:a16="http://schemas.microsoft.com/office/drawing/2014/main" id="{AC61DFE0-B71E-43BB-A496-3D144EC63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377B68A-4EEF-467F-B71E-ACE2B17A3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41112081-DA8A-4C6A-9A72-C8A3F5BAB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79D676-7753-5040-BC22-491E2599B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/>
            <a:r>
              <a:rPr lang="en-US" dirty="0" err="1"/>
              <a:t>Pakovanje</a:t>
            </a:r>
            <a:r>
              <a:rPr lang="en-US" dirty="0"/>
              <a:t> </a:t>
            </a:r>
            <a:r>
              <a:rPr lang="en-US" dirty="0" err="1"/>
              <a:t>aplikacije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0D8A0F-AC3D-465E-88F5-CB7C7CF10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E32DCA34-545C-D5FD-0530-B45A60B19B8E}"/>
              </a:ext>
            </a:extLst>
          </p:cNvPr>
          <p:cNvSpPr txBox="1"/>
          <p:nvPr/>
        </p:nvSpPr>
        <p:spPr>
          <a:xfrm>
            <a:off x="680321" y="2336873"/>
            <a:ext cx="6423211" cy="3599316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v"/>
            </a:pPr>
            <a:r>
              <a:rPr lang="en-US" sz="2000" dirty="0" err="1"/>
              <a:t>Dodavanje</a:t>
            </a:r>
            <a:r>
              <a:rPr lang="en-US" sz="2000" dirty="0"/>
              <a:t> build </a:t>
            </a:r>
            <a:r>
              <a:rPr lang="en-US" sz="2000" dirty="0" err="1"/>
              <a:t>konfiguracije</a:t>
            </a:r>
            <a:r>
              <a:rPr lang="en-US" sz="2000" dirty="0"/>
              <a:t> </a:t>
            </a:r>
            <a:r>
              <a:rPr lang="en-US" sz="2000" dirty="0" err="1"/>
              <a:t>package.json</a:t>
            </a:r>
            <a:r>
              <a:rPr lang="en-US" sz="2000" dirty="0"/>
              <a:t> </a:t>
            </a:r>
            <a:r>
              <a:rPr lang="en-US" sz="2000" dirty="0" err="1"/>
              <a:t>fajlu</a:t>
            </a:r>
            <a:endParaRPr lang="en-US" dirty="0" err="1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v"/>
            </a:pPr>
            <a:endParaRPr lang="en-US" sz="200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2D94D92-A22E-63FC-AD7C-3905169A42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441" b="-106"/>
          <a:stretch>
            <a:fillRect/>
          </a:stretch>
        </p:blipFill>
        <p:spPr>
          <a:xfrm>
            <a:off x="7541759" y="-7257"/>
            <a:ext cx="4648310" cy="68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17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5F08D-EA68-F21C-923C-ED94396D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78EFAD-EC09-0E94-71C9-C35D6457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Pakovanje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+mj-lt"/>
                <a:cs typeface="+mj-lt"/>
              </a:rPr>
              <a:t>aplikacije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4694C-5CA8-6489-F1EC-DDF63962FF1A}"/>
              </a:ext>
            </a:extLst>
          </p:cNvPr>
          <p:cNvSpPr txBox="1"/>
          <p:nvPr/>
        </p:nvSpPr>
        <p:spPr>
          <a:xfrm>
            <a:off x="560250" y="236093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za </a:t>
            </a:r>
            <a:r>
              <a:rPr lang="en-US" dirty="0" err="1"/>
              <a:t>izgradnju</a:t>
            </a:r>
            <a:r>
              <a:rPr lang="en-US" dirty="0"/>
              <a:t> </a:t>
            </a:r>
            <a:r>
              <a:rPr lang="en-US" dirty="0" err="1"/>
              <a:t>aplikacije</a:t>
            </a:r>
          </a:p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175489-0850-3E91-FC9D-12A83A3D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28" y="2804885"/>
            <a:ext cx="1663699" cy="435429"/>
          </a:xfrm>
          <a:prstGeom prst="rect">
            <a:avLst/>
          </a:prstGeom>
        </p:spPr>
      </p:pic>
      <p:pic>
        <p:nvPicPr>
          <p:cNvPr id="3" name="Picture 2" descr="File:Electron Software Framework Logo.svg - Wikimedia Commons">
            <a:extLst>
              <a:ext uri="{FF2B5EF4-FFF2-40B4-BE49-F238E27FC236}">
                <a16:creationId xmlns:a16="http://schemas.microsoft.com/office/drawing/2014/main" id="{FFDCCF1A-33AC-6F2C-7BE9-221C493DD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3FE37-DFCB-4CB4-B6F2-51E2DD89D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612" y="2966464"/>
            <a:ext cx="2505075" cy="1866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A45CE0-20A2-4ADF-B2AB-3D66E8A3A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229" y="3210420"/>
            <a:ext cx="2702891" cy="32827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F3FCCF-2F8E-4FB5-926F-1C75E1DE73A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67" t="186" r="1"/>
          <a:stretch/>
        </p:blipFill>
        <p:spPr>
          <a:xfrm>
            <a:off x="8453862" y="3022600"/>
            <a:ext cx="3680640" cy="28552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ADD194-053F-4245-A0EC-98ACFFF01B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170" y="5419486"/>
            <a:ext cx="1009650" cy="9906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5B7424-1CAC-42CE-B766-A86E882B9CBB}"/>
              </a:ext>
            </a:extLst>
          </p:cNvPr>
          <p:cNvCxnSpPr/>
          <p:nvPr/>
        </p:nvCxnSpPr>
        <p:spPr>
          <a:xfrm flipH="1" flipV="1">
            <a:off x="3738138" y="3842212"/>
            <a:ext cx="1080000" cy="648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30B9-4662-47CB-8DEF-D0F52EC19C2F}"/>
              </a:ext>
            </a:extLst>
          </p:cNvPr>
          <p:cNvCxnSpPr/>
          <p:nvPr/>
        </p:nvCxnSpPr>
        <p:spPr>
          <a:xfrm flipV="1">
            <a:off x="4518660" y="3429000"/>
            <a:ext cx="1264920" cy="3200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441C59-46F6-48C4-BA5C-810BE733FC1F}"/>
              </a:ext>
            </a:extLst>
          </p:cNvPr>
          <p:cNvCxnSpPr/>
          <p:nvPr/>
        </p:nvCxnSpPr>
        <p:spPr>
          <a:xfrm flipH="1">
            <a:off x="7620000" y="5006340"/>
            <a:ext cx="1333500" cy="5943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664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F3A07-B81C-F490-E284-FC56718D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51AAF36-62B6-7660-8FA7-1AA45B0A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Demo</a:t>
            </a:r>
            <a:endParaRPr lang="en-US"/>
          </a:p>
        </p:txBody>
      </p:sp>
      <p:pic>
        <p:nvPicPr>
          <p:cNvPr id="3" name="Picture 2" descr="File:Electron Software Framework Logo.svg - Wikimedia Commons">
            <a:extLst>
              <a:ext uri="{FF2B5EF4-FFF2-40B4-BE49-F238E27FC236}">
                <a16:creationId xmlns:a16="http://schemas.microsoft.com/office/drawing/2014/main" id="{64878EAC-39EC-BD52-C435-9FA37385C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  <p:pic>
        <p:nvPicPr>
          <p:cNvPr id="2" name="2026-06-25 21-43-10">
            <a:hlinkClick r:id="" action="ppaction://media"/>
            <a:extLst>
              <a:ext uri="{FF2B5EF4-FFF2-40B4-BE49-F238E27FC236}">
                <a16:creationId xmlns:a16="http://schemas.microsoft.com/office/drawing/2014/main" id="{2907A220-9206-463E-A6BA-A6206E24A0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64310" y="2007211"/>
            <a:ext cx="8560491" cy="481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6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1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170AA-1405-4AF2-B8ED-19684E7A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2C9C1D8-4D22-1DBC-9141-F5244510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pPr marL="571500" indent="-571500">
              <a:buFont typeface="Wingdings"/>
              <a:buChar char="v"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HVALA NA </a:t>
            </a: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PAŽNJI</a:t>
            </a:r>
            <a:endParaRPr lang="en-US"/>
          </a:p>
        </p:txBody>
      </p:sp>
      <p:pic>
        <p:nvPicPr>
          <p:cNvPr id="3" name="Picture 2" descr="File:Electron Software Framework Logo.svg - Wikimedia Commons">
            <a:extLst>
              <a:ext uri="{FF2B5EF4-FFF2-40B4-BE49-F238E27FC236}">
                <a16:creationId xmlns:a16="http://schemas.microsoft.com/office/drawing/2014/main" id="{6A7740A8-9367-3C23-0694-1FA0D9354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632" y="718004"/>
            <a:ext cx="1133022" cy="111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9476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Custom 6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75B5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7CE1E7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663</TotalTime>
  <Words>910</Words>
  <Application>Microsoft Office PowerPoint</Application>
  <PresentationFormat>Widescreen</PresentationFormat>
  <Paragraphs>110</Paragraphs>
  <Slides>32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Trebuchet MS</vt:lpstr>
      <vt:lpstr>Trebuchet MS (Body)</vt:lpstr>
      <vt:lpstr>Wingdings</vt:lpstr>
      <vt:lpstr>Wingdings,sans-serif</vt:lpstr>
      <vt:lpstr>Berlin</vt:lpstr>
      <vt:lpstr>ELECTRON FRAMEWORK ZA RAZVOJ MULTIPALFORMSKIH DESKTOP APLIKACIJA</vt:lpstr>
      <vt:lpstr>SADRŽAJ</vt:lpstr>
      <vt:lpstr>Šta je electron</vt:lpstr>
      <vt:lpstr>Komponente elektrona​</vt:lpstr>
      <vt:lpstr>Procesni model</vt:lpstr>
      <vt:lpstr>Glavni proces</vt:lpstr>
      <vt:lpstr>Render proces</vt:lpstr>
      <vt:lpstr>Render proces</vt:lpstr>
      <vt:lpstr>Render proces (main.ts)</vt:lpstr>
      <vt:lpstr>Prednosti i mane</vt:lpstr>
      <vt:lpstr>Aplikacije koje koriste Electron</vt:lpstr>
      <vt:lpstr>Render proces</vt:lpstr>
      <vt:lpstr>Preduslovi</vt:lpstr>
      <vt:lpstr>Kreiranje Electron aplikacije</vt:lpstr>
      <vt:lpstr>Inicijalizacija projekta</vt:lpstr>
      <vt:lpstr>Pokretanje aplikacije</vt:lpstr>
      <vt:lpstr>Pokretanje aplikacije</vt:lpstr>
      <vt:lpstr>Izgled datoteka nakon kreiranja </vt:lpstr>
      <vt:lpstr>Pokretanje aplikacije</vt:lpstr>
      <vt:lpstr>Pokretanje aplikacije</vt:lpstr>
      <vt:lpstr>Kreiranje Node.js servera </vt:lpstr>
      <vt:lpstr>Konfiguracija servera unutar aplikacije​</vt:lpstr>
      <vt:lpstr>PowerPoint Presentation</vt:lpstr>
      <vt:lpstr>Konfiguracija servera unutar aplikacije​</vt:lpstr>
      <vt:lpstr>Konfiguracija servera unutar aplikacije​</vt:lpstr>
      <vt:lpstr>Konfiguracija servera unutar aplikacije​</vt:lpstr>
      <vt:lpstr>Pakovanje aplikacije</vt:lpstr>
      <vt:lpstr>Pakovanje aplikacije</vt:lpstr>
      <vt:lpstr>Pakovanje aplikacije</vt:lpstr>
      <vt:lpstr>Pakovanje aplikacije</vt:lpstr>
      <vt:lpstr>Demo</vt:lpstr>
      <vt:lpstr>HVALA NA PAŽNJI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Stanimirovic</dc:creator>
  <cp:lastModifiedBy>Stefan Stanimirovic</cp:lastModifiedBy>
  <cp:revision>648</cp:revision>
  <dcterms:created xsi:type="dcterms:W3CDTF">2026-05-12T18:22:41Z</dcterms:created>
  <dcterms:modified xsi:type="dcterms:W3CDTF">2026-06-25T19:48:33Z</dcterms:modified>
</cp:coreProperties>
</file>